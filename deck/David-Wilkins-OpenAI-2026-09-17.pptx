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5" r:id="rId4"/>
    <p:sldMasterId id="2147483701" r:id="rId5"/>
    <p:sldMasterId id="2147484172" r:id="rId6"/>
    <p:sldMasterId id="2147484217" r:id="rId7"/>
  </p:sldMasterIdLst>
  <p:notesMasterIdLst>
    <p:notesMasterId r:id="rId26"/>
  </p:notesMasterIdLst>
  <p:handoutMasterIdLst>
    <p:handoutMasterId r:id="rId27"/>
  </p:handoutMasterIdLst>
  <p:sldIdLst>
    <p:sldId id="928" r:id="rId8"/>
    <p:sldId id="2147475545" r:id="rId9"/>
    <p:sldId id="2147475546" r:id="rId10"/>
    <p:sldId id="2147475563" r:id="rId11"/>
    <p:sldId id="2147475536" r:id="rId12"/>
    <p:sldId id="2147475543" r:id="rId13"/>
    <p:sldId id="2147475574" r:id="rId14"/>
    <p:sldId id="2147475567" r:id="rId15"/>
    <p:sldId id="2147475571" r:id="rId16"/>
    <p:sldId id="2147475569" r:id="rId17"/>
    <p:sldId id="2147475572" r:id="rId18"/>
    <p:sldId id="2147475568" r:id="rId19"/>
    <p:sldId id="2147475538" r:id="rId20"/>
    <p:sldId id="2147475550" r:id="rId21"/>
    <p:sldId id="2147475561" r:id="rId22"/>
    <p:sldId id="2147475562" r:id="rId23"/>
    <p:sldId id="2147475541" r:id="rId24"/>
    <p:sldId id="2147475573" r:id="rId25"/>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robinson" initials="m" lastIdx="1" clrIdx="0"/>
  <p:cmAuthor id="1" name="Author" initials="A" lastIdx="5" clrIdx="1"/>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9"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1B32"/>
    <a:srgbClr val="8E182C"/>
    <a:srgbClr val="3EA72A"/>
    <a:srgbClr val="FF8490"/>
    <a:srgbClr val="4D87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5890" autoAdjust="0"/>
  </p:normalViewPr>
  <p:slideViewPr>
    <p:cSldViewPr>
      <p:cViewPr varScale="1">
        <p:scale>
          <a:sx n="109" d="100"/>
          <a:sy n="109" d="100"/>
        </p:scale>
        <p:origin x="216" y="46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84" d="100"/>
          <a:sy n="84" d="100"/>
        </p:scale>
        <p:origin x="-3180"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commentAuthors" Target="commentAuthor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970938" y="8829968"/>
            <a:ext cx="3037840" cy="464820"/>
          </a:xfrm>
          <a:prstGeom prst="rect">
            <a:avLst/>
          </a:prstGeom>
        </p:spPr>
        <p:txBody>
          <a:bodyPr vert="horz" lIns="92302" tIns="46151" rIns="92302" bIns="46151" rtlCol="0" anchor="b"/>
          <a:lstStyle>
            <a:lvl1pPr algn="r">
              <a:defRPr sz="1200"/>
            </a:lvl1pPr>
          </a:lstStyle>
          <a:p>
            <a:fld id="{203C6900-76E5-4698-8580-44413C0DDD96}" type="slidenum">
              <a:rPr lang="en-US" sz="1100">
                <a:solidFill>
                  <a:schemeClr val="tx1">
                    <a:lumMod val="85000"/>
                    <a:lumOff val="15000"/>
                  </a:schemeClr>
                </a:solidFill>
                <a:latin typeface="Garamond" pitchFamily="18" charset="0"/>
              </a:rPr>
              <a:pPr/>
              <a:t>‹#›</a:t>
            </a:fld>
            <a:endParaRPr lang="en-US" sz="1100" dirty="0">
              <a:solidFill>
                <a:schemeClr val="tx1">
                  <a:lumMod val="85000"/>
                  <a:lumOff val="15000"/>
                </a:schemeClr>
              </a:solidFill>
              <a:latin typeface="Garamond" pitchFamily="18" charset="0"/>
            </a:endParaRPr>
          </a:p>
        </p:txBody>
      </p:sp>
      <p:sp>
        <p:nvSpPr>
          <p:cNvPr id="6" name="Header Placeholder 5"/>
          <p:cNvSpPr>
            <a:spLocks noGrp="1"/>
          </p:cNvSpPr>
          <p:nvPr>
            <p:ph type="hdr" sz="quarter"/>
          </p:nvPr>
        </p:nvSpPr>
        <p:spPr>
          <a:xfrm>
            <a:off x="0" y="73781"/>
            <a:ext cx="3037840" cy="464820"/>
          </a:xfrm>
          <a:prstGeom prst="rect">
            <a:avLst/>
          </a:prstGeom>
        </p:spPr>
        <p:txBody>
          <a:bodyPr vert="horz" lIns="92302" tIns="46151" rIns="92302" bIns="46151" rtlCol="0"/>
          <a:lstStyle>
            <a:lvl1pPr algn="l">
              <a:defRPr sz="1200"/>
            </a:lvl1pPr>
          </a:lstStyle>
          <a:p>
            <a:r>
              <a:rPr lang="en-US" sz="1100" dirty="0">
                <a:solidFill>
                  <a:schemeClr val="tx1">
                    <a:lumMod val="85000"/>
                    <a:lumOff val="15000"/>
                  </a:schemeClr>
                </a:solidFill>
                <a:latin typeface="Garamond" pitchFamily="18" charset="0"/>
              </a:rPr>
              <a:t>Harvard Law School Executive Education</a:t>
            </a:r>
          </a:p>
        </p:txBody>
      </p:sp>
    </p:spTree>
    <p:extLst>
      <p:ext uri="{BB962C8B-B14F-4D97-AF65-F5344CB8AC3E}">
        <p14:creationId xmlns:p14="http://schemas.microsoft.com/office/powerpoint/2010/main" val="349286932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82688" y="698500"/>
            <a:ext cx="4646612" cy="3486150"/>
          </a:xfrm>
          <a:prstGeom prst="rect">
            <a:avLst/>
          </a:prstGeom>
          <a:noFill/>
          <a:ln w="12700">
            <a:solidFill>
              <a:prstClr val="black"/>
            </a:solidFill>
          </a:ln>
        </p:spPr>
        <p:txBody>
          <a:bodyPr vert="horz" lIns="92302" tIns="46151" rIns="92302" bIns="46151" rtlCol="0" anchor="ctr"/>
          <a:lstStyle/>
          <a:p>
            <a:pPr lvl="0"/>
            <a:endParaRPr lang="en-US" noProof="0"/>
          </a:p>
        </p:txBody>
      </p:sp>
      <p:sp>
        <p:nvSpPr>
          <p:cNvPr id="5" name="Notes Placeholder 4"/>
          <p:cNvSpPr>
            <a:spLocks noGrp="1"/>
          </p:cNvSpPr>
          <p:nvPr>
            <p:ph type="body" sz="quarter" idx="3"/>
          </p:nvPr>
        </p:nvSpPr>
        <p:spPr>
          <a:xfrm>
            <a:off x="701040" y="4415791"/>
            <a:ext cx="5608320" cy="4183380"/>
          </a:xfrm>
          <a:prstGeom prst="rect">
            <a:avLst/>
          </a:prstGeom>
        </p:spPr>
        <p:txBody>
          <a:bodyPr vert="horz" lIns="92302" tIns="46151" rIns="92302" bIns="4615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p:cNvSpPr>
            <a:spLocks noGrp="1"/>
          </p:cNvSpPr>
          <p:nvPr>
            <p:ph type="sldNum" sz="quarter" idx="5"/>
          </p:nvPr>
        </p:nvSpPr>
        <p:spPr>
          <a:xfrm>
            <a:off x="3970938" y="8829968"/>
            <a:ext cx="3037840" cy="464820"/>
          </a:xfrm>
          <a:prstGeom prst="rect">
            <a:avLst/>
          </a:prstGeom>
        </p:spPr>
        <p:txBody>
          <a:bodyPr vert="horz" lIns="92302" tIns="46151" rIns="92302" bIns="46151" rtlCol="0" anchor="b"/>
          <a:lstStyle>
            <a:lvl1pPr algn="r" fontAlgn="auto">
              <a:spcBef>
                <a:spcPts val="0"/>
              </a:spcBef>
              <a:spcAft>
                <a:spcPts val="0"/>
              </a:spcAft>
              <a:defRPr sz="1100">
                <a:latin typeface="+mn-lt"/>
                <a:cs typeface="+mn-cs"/>
              </a:defRPr>
            </a:lvl1pPr>
          </a:lstStyle>
          <a:p>
            <a:pPr>
              <a:defRPr/>
            </a:pPr>
            <a:fld id="{20BEA53F-EDBE-49FD-BDA9-1C2356FFE59C}" type="slidenum">
              <a:rPr lang="en-US" smtClean="0"/>
              <a:pPr>
                <a:defRPr/>
              </a:pPr>
              <a:t>‹#›</a:t>
            </a:fld>
            <a:endParaRPr lang="en-US"/>
          </a:p>
        </p:txBody>
      </p:sp>
      <p:sp>
        <p:nvSpPr>
          <p:cNvPr id="9" name="Header Placeholder 8"/>
          <p:cNvSpPr>
            <a:spLocks noGrp="1"/>
          </p:cNvSpPr>
          <p:nvPr>
            <p:ph type="hdr" sz="quarter"/>
          </p:nvPr>
        </p:nvSpPr>
        <p:spPr>
          <a:xfrm>
            <a:off x="0" y="154941"/>
            <a:ext cx="3037840" cy="464820"/>
          </a:xfrm>
          <a:prstGeom prst="rect">
            <a:avLst/>
          </a:prstGeom>
        </p:spPr>
        <p:txBody>
          <a:bodyPr vert="horz" lIns="92302" tIns="46151" rIns="92302" bIns="46151" rtlCol="0"/>
          <a:lstStyle>
            <a:lvl1pPr algn="l">
              <a:defRPr sz="1100">
                <a:latin typeface="+mn-lt"/>
              </a:defRPr>
            </a:lvl1pPr>
          </a:lstStyle>
          <a:p>
            <a:r>
              <a:rPr lang="en-US"/>
              <a:t>Harvard Law School Executive Education</a:t>
            </a:r>
            <a:endParaRPr lang="en-US" dirty="0"/>
          </a:p>
        </p:txBody>
      </p:sp>
    </p:spTree>
    <p:extLst>
      <p:ext uri="{BB962C8B-B14F-4D97-AF65-F5344CB8AC3E}">
        <p14:creationId xmlns:p14="http://schemas.microsoft.com/office/powerpoint/2010/main" val="846091883"/>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6012" cy="3486150"/>
          </a:xfrm>
        </p:spPr>
      </p:sp>
      <p:sp>
        <p:nvSpPr>
          <p:cNvPr id="3" name="Notes Placeholder 2"/>
          <p:cNvSpPr>
            <a:spLocks noGrp="1"/>
          </p:cNvSpPr>
          <p:nvPr>
            <p:ph type="body" idx="1"/>
          </p:nvPr>
        </p:nvSpPr>
        <p:spPr/>
        <p:txBody>
          <a:bodyPr/>
          <a:lstStyle/>
          <a:p>
            <a:r>
              <a:rPr lang="en-US" dirty="0"/>
              <a:t>N </a:t>
            </a:r>
          </a:p>
        </p:txBody>
      </p:sp>
      <p:sp>
        <p:nvSpPr>
          <p:cNvPr id="4" name="Header Placeholder 3"/>
          <p:cNvSpPr>
            <a:spLocks noGrp="1"/>
          </p:cNvSpPr>
          <p:nvPr>
            <p:ph type="hdr" sz="quarter"/>
          </p:nvPr>
        </p:nvSpPr>
        <p:spPr/>
        <p:txBody>
          <a:bodyPr/>
          <a:lstStyle/>
          <a:p>
            <a:pPr marL="0" marR="0" lvl="0" indent="0" algn="l" defTabSz="958850" rtl="0" eaLnBrk="0" fontAlgn="base" latinLnBrk="0" hangingPunct="0">
              <a:lnSpc>
                <a:spcPct val="100000"/>
              </a:lnSpc>
              <a:spcBef>
                <a:spcPct val="0"/>
              </a:spcBef>
              <a:spcAft>
                <a:spcPct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Arial" charset="0"/>
                <a:ea typeface="+mn-ea"/>
                <a:cs typeface="+mn-cs"/>
              </a:rPr>
              <a:t>Professional Services</a:t>
            </a:r>
          </a:p>
        </p:txBody>
      </p:sp>
      <p:sp>
        <p:nvSpPr>
          <p:cNvPr id="5" name="Date Placeholder 4"/>
          <p:cNvSpPr>
            <a:spLocks noGrp="1"/>
          </p:cNvSpPr>
          <p:nvPr>
            <p:ph type="dt" idx="1"/>
          </p:nvPr>
        </p:nvSpPr>
        <p:spPr/>
        <p:txBody>
          <a:bodyPr/>
          <a:lstStyle/>
          <a:p>
            <a:pPr marL="0" marR="0" lvl="0" indent="0" algn="r" defTabSz="958850" rtl="0" eaLnBrk="0" fontAlgn="base" latinLnBrk="0" hangingPunct="0">
              <a:lnSpc>
                <a:spcPct val="100000"/>
              </a:lnSpc>
              <a:spcBef>
                <a:spcPct val="0"/>
              </a:spcBef>
              <a:spcAft>
                <a:spcPct val="0"/>
              </a:spcAft>
              <a:buClrTx/>
              <a:buSzTx/>
              <a:buFontTx/>
              <a:buNone/>
              <a:tabLst/>
              <a:defRPr/>
            </a:pPr>
            <a:endParaRPr kumimoji="0" lang="en-US" sz="1000" b="0" i="1" u="none" strike="noStrike" kern="1200" cap="none" spc="0" normalizeH="0" baseline="0" noProof="0" dirty="0">
              <a:ln>
                <a:noFill/>
              </a:ln>
              <a:solidFill>
                <a:srgbClr val="000000"/>
              </a:solidFill>
              <a:effectLst/>
              <a:uLnTx/>
              <a:uFillTx/>
              <a:latin typeface="Arial" charset="0"/>
              <a:ea typeface="+mn-ea"/>
              <a:cs typeface="+mn-cs"/>
            </a:endParaRPr>
          </a:p>
        </p:txBody>
      </p:sp>
      <p:sp>
        <p:nvSpPr>
          <p:cNvPr id="6" name="Footer Placeholder 5"/>
          <p:cNvSpPr>
            <a:spLocks noGrp="1"/>
          </p:cNvSpPr>
          <p:nvPr>
            <p:ph type="ftr" sz="quarter" idx="4"/>
          </p:nvPr>
        </p:nvSpPr>
        <p:spPr/>
        <p:txBody>
          <a:bodyPr/>
          <a:lstStyle/>
          <a:p>
            <a:pPr marL="0" marR="0" lvl="0" indent="0" algn="l" defTabSz="958850" rtl="0" eaLnBrk="0" fontAlgn="base" latinLnBrk="0" hangingPunct="0">
              <a:lnSpc>
                <a:spcPct val="100000"/>
              </a:lnSpc>
              <a:spcBef>
                <a:spcPct val="0"/>
              </a:spcBef>
              <a:spcAft>
                <a:spcPct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Arial" charset="0"/>
                <a:ea typeface="+mn-ea"/>
                <a:cs typeface="+mn-cs"/>
              </a:rPr>
              <a:t>Ashish Nanda</a:t>
            </a:r>
          </a:p>
        </p:txBody>
      </p:sp>
      <p:sp>
        <p:nvSpPr>
          <p:cNvPr id="7" name="Slide Number Placeholder 6"/>
          <p:cNvSpPr>
            <a:spLocks noGrp="1"/>
          </p:cNvSpPr>
          <p:nvPr>
            <p:ph type="sldNum" sz="quarter" idx="5"/>
          </p:nvPr>
        </p:nvSpPr>
        <p:spPr/>
        <p:txBody>
          <a:bodyPr/>
          <a:lstStyle/>
          <a:p>
            <a:pPr marL="0" marR="0" lvl="0" indent="0" algn="r" defTabSz="958850" rtl="0" eaLnBrk="0" fontAlgn="base" latinLnBrk="0" hangingPunct="0">
              <a:lnSpc>
                <a:spcPct val="100000"/>
              </a:lnSpc>
              <a:spcBef>
                <a:spcPct val="0"/>
              </a:spcBef>
              <a:spcAft>
                <a:spcPct val="0"/>
              </a:spcAft>
              <a:buClrTx/>
              <a:buSzTx/>
              <a:buFontTx/>
              <a:buNone/>
              <a:tabLst/>
              <a:defRPr/>
            </a:pPr>
            <a:fld id="{766C5AEF-C6C3-43B2-B371-77547E87874D}" type="slidenum">
              <a:rPr kumimoji="0" lang="en-US" sz="1000" b="0" i="1"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58850" rtl="0" eaLnBrk="0" fontAlgn="base" latinLnBrk="0" hangingPunct="0">
                <a:lnSpc>
                  <a:spcPct val="100000"/>
                </a:lnSpc>
                <a:spcBef>
                  <a:spcPct val="0"/>
                </a:spcBef>
                <a:spcAft>
                  <a:spcPct val="0"/>
                </a:spcAft>
                <a:buClrTx/>
                <a:buSzTx/>
                <a:buFontTx/>
                <a:buNone/>
                <a:tabLst/>
                <a:defRPr/>
              </a:pPr>
              <a:t>1</a:t>
            </a:fld>
            <a:endParaRPr kumimoji="0" lang="en-US" sz="1000" b="0" i="1"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938754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8F4CD-EF36-C013-8DBA-52FDD3847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61972-C036-FC77-15C5-90588A86F16C}"/>
              </a:ext>
            </a:extLst>
          </p:cNvPr>
          <p:cNvSpPr>
            <a:spLocks noGrp="1" noRot="1" noChangeAspect="1"/>
          </p:cNvSpPr>
          <p:nvPr>
            <p:ph type="sldImg"/>
          </p:nvPr>
        </p:nvSpPr>
        <p:spPr>
          <a:xfrm>
            <a:off x="407988" y="698500"/>
            <a:ext cx="6196012" cy="3486150"/>
          </a:xfrm>
        </p:spPr>
      </p:sp>
      <p:sp>
        <p:nvSpPr>
          <p:cNvPr id="3" name="Notes Placeholder 2">
            <a:extLst>
              <a:ext uri="{FF2B5EF4-FFF2-40B4-BE49-F238E27FC236}">
                <a16:creationId xmlns:a16="http://schemas.microsoft.com/office/drawing/2014/main" id="{0775EF01-9AD5-A41B-1298-247996D253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6272EE-E8B6-4FEF-96EF-D6A686D6CA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BEA53F-EDBE-49FD-BDA9-1C2356FFE59C}" type="slidenum">
              <a:rPr kumimoji="0" lang="en-US"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 name="Header Placeholder 4">
            <a:extLst>
              <a:ext uri="{FF2B5EF4-FFF2-40B4-BE49-F238E27FC236}">
                <a16:creationId xmlns:a16="http://schemas.microsoft.com/office/drawing/2014/main" id="{D836F3E2-2ABB-7F41-200C-CE1886F67FF0}"/>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a:ea typeface="+mn-ea"/>
                <a:cs typeface="Arial" charset="0"/>
              </a:rPr>
              <a:t>Harvard Law School Executive Education</a:t>
            </a:r>
            <a:endParaRPr kumimoji="0" lang="en-US" sz="11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1487153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69CA1-069F-6F4A-F5A7-5DCF0CAC9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1AD1CE-0B59-D048-6B23-1E15EB01E943}"/>
              </a:ext>
            </a:extLst>
          </p:cNvPr>
          <p:cNvSpPr>
            <a:spLocks noGrp="1" noRot="1" noChangeAspect="1"/>
          </p:cNvSpPr>
          <p:nvPr>
            <p:ph type="sldImg"/>
          </p:nvPr>
        </p:nvSpPr>
        <p:spPr>
          <a:xfrm>
            <a:off x="407988" y="698500"/>
            <a:ext cx="6196012" cy="3486150"/>
          </a:xfrm>
        </p:spPr>
      </p:sp>
      <p:sp>
        <p:nvSpPr>
          <p:cNvPr id="3" name="Notes Placeholder 2">
            <a:extLst>
              <a:ext uri="{FF2B5EF4-FFF2-40B4-BE49-F238E27FC236}">
                <a16:creationId xmlns:a16="http://schemas.microsoft.com/office/drawing/2014/main" id="{B65FBFD0-4A85-53B5-9533-01C873A54C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1C470C-04D1-A8B4-F3A8-D79733CEE6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BEA53F-EDBE-49FD-BDA9-1C2356FFE59C}" type="slidenum">
              <a:rPr kumimoji="0" lang="en-US"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 name="Header Placeholder 4">
            <a:extLst>
              <a:ext uri="{FF2B5EF4-FFF2-40B4-BE49-F238E27FC236}">
                <a16:creationId xmlns:a16="http://schemas.microsoft.com/office/drawing/2014/main" id="{A89A9D32-E64D-0A34-4746-5EE2FA7A964C}"/>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a:ea typeface="+mn-ea"/>
                <a:cs typeface="Arial" charset="0"/>
              </a:rPr>
              <a:t>Harvard Law School Executive Education</a:t>
            </a:r>
            <a:endParaRPr kumimoji="0" lang="en-US" sz="11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4828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F8153-AFAA-9735-47D3-14CB5AD0F09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D825CABB-41E2-D1FE-990B-5C7D90888600}"/>
              </a:ext>
            </a:extLst>
          </p:cNvPr>
          <p:cNvSpPr>
            <a:spLocks noGrp="1" noChangeArrowheads="1"/>
          </p:cNvSpPr>
          <p:nvPr>
            <p:ph type="hdr" sz="quarter"/>
          </p:nvPr>
        </p:nvSpPr>
        <p:spPr>
          <a:ln/>
        </p:spPr>
        <p:txBody>
          <a:bodyPr/>
          <a:lstStyle/>
          <a:p>
            <a:pPr marL="0" marR="0" lvl="0" indent="0" algn="l" defTabSz="958761" rtl="0" eaLnBrk="0" fontAlgn="base" latinLnBrk="0" hangingPunct="0">
              <a:lnSpc>
                <a:spcPct val="100000"/>
              </a:lnSpc>
              <a:spcBef>
                <a:spcPct val="0"/>
              </a:spcBef>
              <a:spcAft>
                <a:spcPct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Arial" pitchFamily="34" charset="0"/>
                <a:ea typeface="+mn-ea"/>
                <a:cs typeface="Arial" charset="0"/>
              </a:rPr>
              <a:t>Leadership in Law Firms</a:t>
            </a:r>
          </a:p>
        </p:txBody>
      </p:sp>
      <p:sp>
        <p:nvSpPr>
          <p:cNvPr id="5" name="Rectangle 3">
            <a:extLst>
              <a:ext uri="{FF2B5EF4-FFF2-40B4-BE49-F238E27FC236}">
                <a16:creationId xmlns:a16="http://schemas.microsoft.com/office/drawing/2014/main" id="{C4DF1712-0CCA-9AD7-F92B-33D03F59B306}"/>
              </a:ext>
            </a:extLst>
          </p:cNvPr>
          <p:cNvSpPr>
            <a:spLocks noGrp="1" noChangeArrowheads="1"/>
          </p:cNvSpPr>
          <p:nvPr>
            <p:ph type="dt" idx="1"/>
          </p:nvPr>
        </p:nvSpPr>
        <p:spPr>
          <a:ln/>
        </p:spPr>
        <p:txBody>
          <a:bodyPr/>
          <a:lstStyle/>
          <a:p>
            <a:pPr marL="0" marR="0" lvl="0" indent="0" algn="r" defTabSz="958761" rtl="0" eaLnBrk="0" fontAlgn="base" latinLnBrk="0" hangingPunct="0">
              <a:lnSpc>
                <a:spcPct val="100000"/>
              </a:lnSpc>
              <a:spcBef>
                <a:spcPct val="0"/>
              </a:spcBef>
              <a:spcAft>
                <a:spcPct val="0"/>
              </a:spcAft>
              <a:buClrTx/>
              <a:buSzTx/>
              <a:buFontTx/>
              <a:buNone/>
              <a:tabLst/>
              <a:defRPr/>
            </a:pPr>
            <a:endParaRPr kumimoji="0" lang="en-US" sz="1000" b="0" i="1" u="none" strike="noStrike" kern="1200" cap="none" spc="0" normalizeH="0" baseline="0" noProof="0">
              <a:ln>
                <a:noFill/>
              </a:ln>
              <a:solidFill>
                <a:srgbClr val="000000"/>
              </a:solidFill>
              <a:effectLst/>
              <a:uLnTx/>
              <a:uFillTx/>
              <a:latin typeface="Arial" pitchFamily="34" charset="0"/>
              <a:ea typeface="+mn-ea"/>
              <a:cs typeface="Arial" charset="0"/>
            </a:endParaRPr>
          </a:p>
        </p:txBody>
      </p:sp>
      <p:sp>
        <p:nvSpPr>
          <p:cNvPr id="6" name="Rectangle 6">
            <a:extLst>
              <a:ext uri="{FF2B5EF4-FFF2-40B4-BE49-F238E27FC236}">
                <a16:creationId xmlns:a16="http://schemas.microsoft.com/office/drawing/2014/main" id="{4F24445F-7E44-3330-0B86-EF8B6D00EE16}"/>
              </a:ext>
            </a:extLst>
          </p:cNvPr>
          <p:cNvSpPr>
            <a:spLocks noGrp="1" noChangeArrowheads="1"/>
          </p:cNvSpPr>
          <p:nvPr>
            <p:ph type="ftr" sz="quarter" idx="4"/>
          </p:nvPr>
        </p:nvSpPr>
        <p:spPr>
          <a:ln/>
        </p:spPr>
        <p:txBody>
          <a:bodyPr/>
          <a:lstStyle/>
          <a:p>
            <a:pPr marL="0" marR="0" lvl="0" indent="0" algn="l" defTabSz="958761" rtl="0" eaLnBrk="0" fontAlgn="base" latinLnBrk="0" hangingPunct="0">
              <a:lnSpc>
                <a:spcPct val="100000"/>
              </a:lnSpc>
              <a:spcBef>
                <a:spcPct val="0"/>
              </a:spcBef>
              <a:spcAft>
                <a:spcPct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Arial" pitchFamily="34" charset="0"/>
                <a:ea typeface="+mn-ea"/>
                <a:cs typeface="Arial" charset="0"/>
              </a:rPr>
              <a:t>May 2016</a:t>
            </a:r>
          </a:p>
        </p:txBody>
      </p:sp>
      <p:sp>
        <p:nvSpPr>
          <p:cNvPr id="7" name="Rectangle 7">
            <a:extLst>
              <a:ext uri="{FF2B5EF4-FFF2-40B4-BE49-F238E27FC236}">
                <a16:creationId xmlns:a16="http://schemas.microsoft.com/office/drawing/2014/main" id="{22AB6F07-5B11-C18D-1AB1-622540D12EAD}"/>
              </a:ext>
            </a:extLst>
          </p:cNvPr>
          <p:cNvSpPr>
            <a:spLocks noGrp="1" noChangeArrowheads="1"/>
          </p:cNvSpPr>
          <p:nvPr>
            <p:ph type="sldNum" sz="quarter" idx="5"/>
          </p:nvPr>
        </p:nvSpPr>
        <p:spPr>
          <a:ln/>
        </p:spPr>
        <p:txBody>
          <a:bodyPr/>
          <a:lstStyle/>
          <a:p>
            <a:pPr marL="0" marR="0" lvl="0" indent="0" algn="r" defTabSz="958761" rtl="0" eaLnBrk="0" fontAlgn="base" latinLnBrk="0" hangingPunct="0">
              <a:lnSpc>
                <a:spcPct val="100000"/>
              </a:lnSpc>
              <a:spcBef>
                <a:spcPct val="0"/>
              </a:spcBef>
              <a:spcAft>
                <a:spcPct val="0"/>
              </a:spcAft>
              <a:buClrTx/>
              <a:buSzTx/>
              <a:buFontTx/>
              <a:buNone/>
              <a:tabLst/>
              <a:defRPr/>
            </a:pPr>
            <a:fld id="{32BE5EFE-CED4-4F9F-805A-F8897CA06848}" type="slidenum">
              <a:rPr kumimoji="0" lang="en-US" sz="1000" b="0" i="1" u="none" strike="noStrike" kern="1200" cap="none" spc="0" normalizeH="0" baseline="0" noProof="0">
                <a:ln>
                  <a:noFill/>
                </a:ln>
                <a:solidFill>
                  <a:srgbClr val="000000"/>
                </a:solidFill>
                <a:effectLst/>
                <a:uLnTx/>
                <a:uFillTx/>
                <a:latin typeface="Arial" pitchFamily="34" charset="0"/>
                <a:ea typeface="+mn-ea"/>
                <a:cs typeface="+mn-cs"/>
              </a:rPr>
              <a:pPr marL="0" marR="0" lvl="0" indent="0" algn="r" defTabSz="958761" rtl="0" eaLnBrk="0" fontAlgn="base" latinLnBrk="0" hangingPunct="0">
                <a:lnSpc>
                  <a:spcPct val="100000"/>
                </a:lnSpc>
                <a:spcBef>
                  <a:spcPct val="0"/>
                </a:spcBef>
                <a:spcAft>
                  <a:spcPct val="0"/>
                </a:spcAft>
                <a:buClrTx/>
                <a:buSzTx/>
                <a:buFontTx/>
                <a:buNone/>
                <a:tabLst/>
                <a:defRPr/>
              </a:pPr>
              <a:t>12</a:t>
            </a:fld>
            <a:endParaRPr kumimoji="0" lang="en-US" sz="1000" b="0" i="1"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779266" name="Rectangle 2">
            <a:extLst>
              <a:ext uri="{FF2B5EF4-FFF2-40B4-BE49-F238E27FC236}">
                <a16:creationId xmlns:a16="http://schemas.microsoft.com/office/drawing/2014/main" id="{92B981BC-81BA-FCEE-C6B3-C77F4BE44861}"/>
              </a:ext>
            </a:extLst>
          </p:cNvPr>
          <p:cNvSpPr>
            <a:spLocks noGrp="1" noRot="1" noChangeAspect="1" noChangeArrowheads="1" noTextEdit="1"/>
          </p:cNvSpPr>
          <p:nvPr>
            <p:ph type="sldImg"/>
          </p:nvPr>
        </p:nvSpPr>
        <p:spPr>
          <a:xfrm>
            <a:off x="461963" y="720725"/>
            <a:ext cx="6396037" cy="3598863"/>
          </a:xfrm>
          <a:ln/>
        </p:spPr>
      </p:sp>
      <p:sp>
        <p:nvSpPr>
          <p:cNvPr id="779267" name="Rectangle 3">
            <a:extLst>
              <a:ext uri="{FF2B5EF4-FFF2-40B4-BE49-F238E27FC236}">
                <a16:creationId xmlns:a16="http://schemas.microsoft.com/office/drawing/2014/main" id="{491D0BF6-A9A2-7838-25D0-47E0F856D875}"/>
              </a:ext>
            </a:extLst>
          </p:cNvPr>
          <p:cNvSpPr>
            <a:spLocks noGrp="1" noChangeArrowheads="1"/>
          </p:cNvSpPr>
          <p:nvPr>
            <p:ph type="body" idx="1"/>
          </p:nvPr>
        </p:nvSpPr>
        <p:spPr>
          <a:xfrm>
            <a:off x="974726" y="4559301"/>
            <a:ext cx="5365750" cy="4321175"/>
          </a:xfrm>
        </p:spPr>
        <p:txBody>
          <a:bodyPr lIns="92947" tIns="46473" rIns="92947" bIns="46473"/>
          <a:lstStyle/>
          <a:p>
            <a:endParaRPr lang="en-US" dirty="0"/>
          </a:p>
        </p:txBody>
      </p:sp>
    </p:spTree>
    <p:extLst>
      <p:ext uri="{BB962C8B-B14F-4D97-AF65-F5344CB8AC3E}">
        <p14:creationId xmlns:p14="http://schemas.microsoft.com/office/powerpoint/2010/main" val="2160781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89B69-9C8B-B27A-4ADC-9CC42C391B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41F125-29E7-2853-ABAC-D0939534D726}"/>
              </a:ext>
            </a:extLst>
          </p:cNvPr>
          <p:cNvSpPr>
            <a:spLocks noGrp="1" noRot="1" noChangeAspect="1"/>
          </p:cNvSpPr>
          <p:nvPr>
            <p:ph type="sldImg"/>
          </p:nvPr>
        </p:nvSpPr>
        <p:spPr>
          <a:xfrm>
            <a:off x="407988" y="698500"/>
            <a:ext cx="6196012" cy="3486150"/>
          </a:xfrm>
        </p:spPr>
      </p:sp>
      <p:sp>
        <p:nvSpPr>
          <p:cNvPr id="3" name="Notes Placeholder 2">
            <a:extLst>
              <a:ext uri="{FF2B5EF4-FFF2-40B4-BE49-F238E27FC236}">
                <a16:creationId xmlns:a16="http://schemas.microsoft.com/office/drawing/2014/main" id="{7C1DD43E-7534-10A5-49A9-D74C2821F16C}"/>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DF4F3966-607F-6A85-1478-FD70696162D2}"/>
              </a:ext>
            </a:extLst>
          </p:cNvPr>
          <p:cNvSpPr>
            <a:spLocks noGrp="1"/>
          </p:cNvSpPr>
          <p:nvPr>
            <p:ph type="hdr" sz="quarter"/>
          </p:nvPr>
        </p:nvSpPr>
        <p:spPr/>
        <p:txBody>
          <a:bodyPr/>
          <a:lstStyle/>
          <a:p>
            <a:pPr marL="0" marR="0" lvl="0" indent="0" algn="l" defTabSz="958761" rtl="0" eaLnBrk="0" fontAlgn="base" latinLnBrk="0" hangingPunct="0">
              <a:lnSpc>
                <a:spcPct val="100000"/>
              </a:lnSpc>
              <a:spcBef>
                <a:spcPct val="0"/>
              </a:spcBef>
              <a:spcAft>
                <a:spcPct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Arial" pitchFamily="34" charset="0"/>
                <a:ea typeface="+mn-ea"/>
                <a:cs typeface="Arial" charset="0"/>
              </a:rPr>
              <a:t>Leadership in Law Firms</a:t>
            </a:r>
          </a:p>
        </p:txBody>
      </p:sp>
      <p:sp>
        <p:nvSpPr>
          <p:cNvPr id="5" name="Date Placeholder 4">
            <a:extLst>
              <a:ext uri="{FF2B5EF4-FFF2-40B4-BE49-F238E27FC236}">
                <a16:creationId xmlns:a16="http://schemas.microsoft.com/office/drawing/2014/main" id="{8FB11B77-3A6C-E0F0-738F-7835684F7BA3}"/>
              </a:ext>
            </a:extLst>
          </p:cNvPr>
          <p:cNvSpPr>
            <a:spLocks noGrp="1"/>
          </p:cNvSpPr>
          <p:nvPr>
            <p:ph type="dt" idx="1"/>
          </p:nvPr>
        </p:nvSpPr>
        <p:spPr/>
        <p:txBody>
          <a:bodyPr/>
          <a:lstStyle/>
          <a:p>
            <a:pPr marL="0" marR="0" lvl="0" indent="0" algn="r" defTabSz="958761" rtl="0" eaLnBrk="0" fontAlgn="base" latinLnBrk="0" hangingPunct="0">
              <a:lnSpc>
                <a:spcPct val="100000"/>
              </a:lnSpc>
              <a:spcBef>
                <a:spcPct val="0"/>
              </a:spcBef>
              <a:spcAft>
                <a:spcPct val="0"/>
              </a:spcAft>
              <a:buClrTx/>
              <a:buSzTx/>
              <a:buFontTx/>
              <a:buNone/>
              <a:tabLst/>
              <a:defRPr/>
            </a:pPr>
            <a:endParaRPr kumimoji="0" lang="en-US" sz="1000" b="0" i="1" u="none" strike="noStrike" kern="1200" cap="none" spc="0" normalizeH="0" baseline="0" noProof="0">
              <a:ln>
                <a:noFill/>
              </a:ln>
              <a:solidFill>
                <a:srgbClr val="000000"/>
              </a:solidFill>
              <a:effectLst/>
              <a:uLnTx/>
              <a:uFillTx/>
              <a:latin typeface="Arial" pitchFamily="34" charset="0"/>
              <a:ea typeface="+mn-ea"/>
              <a:cs typeface="Arial" charset="0"/>
            </a:endParaRPr>
          </a:p>
        </p:txBody>
      </p:sp>
      <p:sp>
        <p:nvSpPr>
          <p:cNvPr id="6" name="Footer Placeholder 5">
            <a:extLst>
              <a:ext uri="{FF2B5EF4-FFF2-40B4-BE49-F238E27FC236}">
                <a16:creationId xmlns:a16="http://schemas.microsoft.com/office/drawing/2014/main" id="{2B71FF1C-EECE-2EDA-8A09-FE6A19319A59}"/>
              </a:ext>
            </a:extLst>
          </p:cNvPr>
          <p:cNvSpPr>
            <a:spLocks noGrp="1"/>
          </p:cNvSpPr>
          <p:nvPr>
            <p:ph type="ftr" sz="quarter" idx="4"/>
          </p:nvPr>
        </p:nvSpPr>
        <p:spPr/>
        <p:txBody>
          <a:bodyPr/>
          <a:lstStyle/>
          <a:p>
            <a:pPr marL="0" marR="0" lvl="0" indent="0" algn="l" defTabSz="958761" rtl="0" eaLnBrk="0" fontAlgn="base" latinLnBrk="0" hangingPunct="0">
              <a:lnSpc>
                <a:spcPct val="100000"/>
              </a:lnSpc>
              <a:spcBef>
                <a:spcPct val="0"/>
              </a:spcBef>
              <a:spcAft>
                <a:spcPct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Arial" pitchFamily="34" charset="0"/>
                <a:ea typeface="+mn-ea"/>
                <a:cs typeface="Arial" charset="0"/>
              </a:rPr>
              <a:t>May 2018</a:t>
            </a:r>
            <a:endParaRPr kumimoji="0" lang="en-US" sz="1000" b="0" i="1" u="none" strike="noStrike" kern="1200" cap="none" spc="0" normalizeH="0" baseline="0" noProof="0" dirty="0">
              <a:ln>
                <a:noFill/>
              </a:ln>
              <a:solidFill>
                <a:srgbClr val="000000"/>
              </a:solidFill>
              <a:effectLst/>
              <a:uLnTx/>
              <a:uFillTx/>
              <a:latin typeface="Arial" pitchFamily="34" charset="0"/>
              <a:ea typeface="+mn-ea"/>
              <a:cs typeface="Arial" charset="0"/>
            </a:endParaRPr>
          </a:p>
        </p:txBody>
      </p:sp>
      <p:sp>
        <p:nvSpPr>
          <p:cNvPr id="7" name="Slide Number Placeholder 6">
            <a:extLst>
              <a:ext uri="{FF2B5EF4-FFF2-40B4-BE49-F238E27FC236}">
                <a16:creationId xmlns:a16="http://schemas.microsoft.com/office/drawing/2014/main" id="{DCF4C179-76B1-1526-002F-5053FDF0ACD8}"/>
              </a:ext>
            </a:extLst>
          </p:cNvPr>
          <p:cNvSpPr>
            <a:spLocks noGrp="1"/>
          </p:cNvSpPr>
          <p:nvPr>
            <p:ph type="sldNum" sz="quarter" idx="5"/>
          </p:nvPr>
        </p:nvSpPr>
        <p:spPr/>
        <p:txBody>
          <a:bodyPr/>
          <a:lstStyle/>
          <a:p>
            <a:pPr marL="0" marR="0" lvl="0" indent="0" algn="r" defTabSz="958761" rtl="0" eaLnBrk="0" fontAlgn="base" latinLnBrk="0" hangingPunct="0">
              <a:lnSpc>
                <a:spcPct val="100000"/>
              </a:lnSpc>
              <a:spcBef>
                <a:spcPct val="0"/>
              </a:spcBef>
              <a:spcAft>
                <a:spcPct val="0"/>
              </a:spcAft>
              <a:buClrTx/>
              <a:buSzTx/>
              <a:buFontTx/>
              <a:buNone/>
              <a:tabLst/>
              <a:defRPr/>
            </a:pPr>
            <a:fld id="{C4BD7BF0-2D9D-4A5E-BA30-194E6C998A23}" type="slidenum">
              <a:rPr kumimoji="0" lang="en-US" sz="1000" b="0" i="1"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58761" rtl="0" eaLnBrk="0" fontAlgn="base" latinLnBrk="0" hangingPunct="0">
                <a:lnSpc>
                  <a:spcPct val="100000"/>
                </a:lnSpc>
                <a:spcBef>
                  <a:spcPct val="0"/>
                </a:spcBef>
                <a:spcAft>
                  <a:spcPct val="0"/>
                </a:spcAft>
                <a:buClrTx/>
                <a:buSzTx/>
                <a:buFontTx/>
                <a:buNone/>
                <a:tabLst/>
                <a:defRPr/>
              </a:pPr>
              <a:t>13</a:t>
            </a:fld>
            <a:endParaRPr kumimoji="0" lang="en-US" sz="1000" b="0" i="1" u="none" strike="noStrike" kern="1200" cap="none" spc="0" normalizeH="0" baseline="0" noProof="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2515793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457201" y="294200"/>
            <a:ext cx="8229600" cy="590400"/>
          </a:xfrm>
        </p:spPr>
        <p:txBody>
          <a:bodyPr/>
          <a:lstStyle>
            <a:lvl1pPr>
              <a:defRPr sz="1799">
                <a:solidFill>
                  <a:schemeClr val="bg1"/>
                </a:solidFill>
              </a:defRPr>
            </a:lvl1pPr>
          </a:lstStyle>
          <a:p>
            <a:r>
              <a:rPr lang="en-US" dirty="0"/>
              <a:t>Click to edit Master title style</a:t>
            </a:r>
            <a:endParaRPr lang="en-GB" dirty="0"/>
          </a:p>
        </p:txBody>
      </p:sp>
      <p:sp>
        <p:nvSpPr>
          <p:cNvPr id="12" name="Line 10">
            <a:extLst>
              <a:ext uri="{FF2B5EF4-FFF2-40B4-BE49-F238E27FC236}">
                <a16:creationId xmlns:a16="http://schemas.microsoft.com/office/drawing/2014/main" id="{DA9741B6-D337-4A18-8ECB-FB21A6953E44}"/>
              </a:ext>
            </a:extLst>
          </p:cNvPr>
          <p:cNvSpPr>
            <a:spLocks noChangeShapeType="1"/>
          </p:cNvSpPr>
          <p:nvPr userDrawn="1"/>
        </p:nvSpPr>
        <p:spPr bwMode="auto">
          <a:xfrm>
            <a:off x="457200" y="907750"/>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noProof="0" dirty="0">
              <a:solidFill>
                <a:schemeClr val="bg1"/>
              </a:solidFill>
            </a:endParaRPr>
          </a:p>
        </p:txBody>
      </p:sp>
      <p:sp>
        <p:nvSpPr>
          <p:cNvPr id="5" name="Text Placeholder 4">
            <a:extLst>
              <a:ext uri="{FF2B5EF4-FFF2-40B4-BE49-F238E27FC236}">
                <a16:creationId xmlns:a16="http://schemas.microsoft.com/office/drawing/2014/main" id="{F079E910-7CFE-41D0-BD32-A43268A79099}"/>
              </a:ext>
            </a:extLst>
          </p:cNvPr>
          <p:cNvSpPr>
            <a:spLocks noGrp="1"/>
          </p:cNvSpPr>
          <p:nvPr>
            <p:ph type="body" sz="quarter" idx="10" hasCustomPrompt="1"/>
          </p:nvPr>
        </p:nvSpPr>
        <p:spPr>
          <a:xfrm>
            <a:off x="456962" y="1137920"/>
            <a:ext cx="8231266" cy="4756150"/>
          </a:xfrm>
        </p:spPr>
        <p:txBody>
          <a:bodyPr/>
          <a:lstStyle>
            <a:lvl1pPr>
              <a:defRPr/>
            </a:lvl1pPr>
          </a:lstStyle>
          <a:p>
            <a:pPr lvl="0"/>
            <a:r>
              <a:rPr lang="en-IN"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76001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Standar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294200"/>
            <a:ext cx="8229600" cy="590400"/>
          </a:xfrm>
        </p:spPr>
        <p:txBody>
          <a:bodyPr/>
          <a:lstStyle>
            <a:lvl1pPr>
              <a:defRPr sz="1798">
                <a:solidFill>
                  <a:schemeClr val="bg1"/>
                </a:solidFill>
              </a:defRPr>
            </a:lvl1pPr>
          </a:lstStyle>
          <a:p>
            <a:r>
              <a:rPr lang="en-US"/>
              <a:t>Standard slide</a:t>
            </a:r>
            <a:endParaRPr lang="en-GB"/>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457200" y="907750"/>
            <a:ext cx="823071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349" noProof="0" dirty="0">
              <a:solidFill>
                <a:schemeClr val="bg1"/>
              </a:solidFill>
            </a:endParaRPr>
          </a:p>
        </p:txBody>
      </p:sp>
    </p:spTree>
    <p:extLst>
      <p:ext uri="{BB962C8B-B14F-4D97-AF65-F5344CB8AC3E}">
        <p14:creationId xmlns:p14="http://schemas.microsoft.com/office/powerpoint/2010/main" val="3079523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Rectangle 7"/>
          <p:cNvSpPr>
            <a:spLocks noChangeArrowheads="1"/>
          </p:cNvSpPr>
          <p:nvPr userDrawn="1"/>
        </p:nvSpPr>
        <p:spPr bwMode="ltGray">
          <a:xfrm>
            <a:off x="4183062" y="152400"/>
            <a:ext cx="4960938" cy="392113"/>
          </a:xfrm>
          <a:prstGeom prst="rect">
            <a:avLst/>
          </a:prstGeom>
          <a:noFill/>
          <a:ln w="9525">
            <a:noFill/>
            <a:miter lim="800000"/>
            <a:headEnd/>
            <a:tailEnd/>
          </a:ln>
          <a:effectLst/>
        </p:spPr>
        <p:txBody>
          <a:bodyPr/>
          <a:lstStyle/>
          <a:p>
            <a:pPr algn="ctr"/>
            <a:r>
              <a:rPr lang="en-US" sz="2400" b="1" dirty="0">
                <a:solidFill>
                  <a:schemeClr val="bg1"/>
                </a:solidFill>
                <a:latin typeface="+mn-lt"/>
              </a:rPr>
              <a:t>Liberty Mutual </a:t>
            </a:r>
          </a:p>
          <a:p>
            <a:pPr algn="ctr"/>
            <a:r>
              <a:rPr lang="en-US" sz="2400" b="1" dirty="0">
                <a:solidFill>
                  <a:schemeClr val="bg1"/>
                </a:solidFill>
                <a:latin typeface="+mn-lt"/>
              </a:rPr>
              <a:t>Leadership Development Program </a:t>
            </a:r>
          </a:p>
        </p:txBody>
      </p:sp>
      <p:sp>
        <p:nvSpPr>
          <p:cNvPr id="10" name="Rectangle 4"/>
          <p:cNvSpPr txBox="1">
            <a:spLocks noChangeArrowheads="1"/>
          </p:cNvSpPr>
          <p:nvPr userDrawn="1"/>
        </p:nvSpPr>
        <p:spPr bwMode="auto">
          <a:xfrm>
            <a:off x="685800" y="3676650"/>
            <a:ext cx="7479166" cy="1047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Tx/>
              <a:buNone/>
              <a:defRPr sz="2800" b="1" kern="1200">
                <a:solidFill>
                  <a:schemeClr val="tx1">
                    <a:lumMod val="85000"/>
                    <a:lumOff val="15000"/>
                  </a:schemeClr>
                </a:solidFill>
                <a:latin typeface="+mn-lt"/>
                <a:ea typeface="+mn-ea"/>
                <a:cs typeface="+mn-cs"/>
              </a:defRPr>
            </a:lvl1pPr>
            <a:lvl2pPr marL="685800" indent="-284163" algn="l" rtl="0" eaLnBrk="1" fontAlgn="base" hangingPunct="1">
              <a:spcBef>
                <a:spcPct val="20000"/>
              </a:spcBef>
              <a:spcAft>
                <a:spcPct val="0"/>
              </a:spcAft>
              <a:buFont typeface="Arial" charset="0"/>
              <a:buChar char="–"/>
              <a:defRPr sz="2600" kern="1200">
                <a:solidFill>
                  <a:schemeClr val="tx1">
                    <a:lumMod val="85000"/>
                    <a:lumOff val="15000"/>
                  </a:schemeClr>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fontAlgn="auto">
              <a:spcAft>
                <a:spcPts val="0"/>
              </a:spcAft>
              <a:buNone/>
              <a:defRPr/>
            </a:pPr>
            <a:r>
              <a:rPr lang="en-US" sz="2400" b="0" dirty="0"/>
              <a:t>Leadership</a:t>
            </a:r>
            <a:r>
              <a:rPr lang="en-US" sz="2400" b="0" baseline="0" dirty="0"/>
              <a:t> in Law Firms Program</a:t>
            </a:r>
          </a:p>
          <a:p>
            <a:pPr algn="l" fontAlgn="auto">
              <a:spcAft>
                <a:spcPts val="0"/>
              </a:spcAft>
              <a:buNone/>
              <a:defRPr/>
            </a:pPr>
            <a:r>
              <a:rPr lang="en-US" sz="2400" b="0" baseline="0" dirty="0"/>
              <a:t>May 17-22, 2015</a:t>
            </a:r>
            <a:endParaRPr lang="en-US" sz="2400" b="0" dirty="0"/>
          </a:p>
        </p:txBody>
      </p:sp>
      <p:sp>
        <p:nvSpPr>
          <p:cNvPr id="5" name="Rectangle 3"/>
          <p:cNvSpPr txBox="1">
            <a:spLocks noChangeArrowheads="1"/>
          </p:cNvSpPr>
          <p:nvPr userDrawn="1"/>
        </p:nvSpPr>
        <p:spPr bwMode="auto">
          <a:xfrm>
            <a:off x="685800" y="2514146"/>
            <a:ext cx="7772400" cy="1143000"/>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457200" indent="-457200" algn="l" rtl="0" eaLnBrk="1" fontAlgn="base" hangingPunct="1">
              <a:spcBef>
                <a:spcPct val="0"/>
              </a:spcBef>
              <a:spcAft>
                <a:spcPct val="0"/>
              </a:spcAft>
              <a:defRPr sz="4600" b="1" kern="1200">
                <a:solidFill>
                  <a:srgbClr val="9E1B32"/>
                </a:solidFill>
                <a:effectLst>
                  <a:outerShdw blurRad="38100" dist="38100" dir="2700000" algn="tl">
                    <a:srgbClr val="000000">
                      <a:alpha val="43137"/>
                    </a:srgbClr>
                  </a:outerShdw>
                </a:effectLst>
                <a:latin typeface="+mj-lt"/>
                <a:ea typeface="+mj-ea"/>
                <a:cs typeface="+mj-cs"/>
              </a:defRPr>
            </a:lvl1pPr>
            <a:lvl2pPr algn="l" rtl="0" eaLnBrk="1" fontAlgn="base" hangingPunct="1">
              <a:spcBef>
                <a:spcPct val="0"/>
              </a:spcBef>
              <a:spcAft>
                <a:spcPct val="0"/>
              </a:spcAft>
              <a:defRPr sz="3200" b="1">
                <a:solidFill>
                  <a:srgbClr val="262626"/>
                </a:solidFill>
                <a:latin typeface="Calibri" pitchFamily="34" charset="0"/>
              </a:defRPr>
            </a:lvl2pPr>
            <a:lvl3pPr algn="l" rtl="0" eaLnBrk="1" fontAlgn="base" hangingPunct="1">
              <a:spcBef>
                <a:spcPct val="0"/>
              </a:spcBef>
              <a:spcAft>
                <a:spcPct val="0"/>
              </a:spcAft>
              <a:defRPr sz="3200" b="1">
                <a:solidFill>
                  <a:srgbClr val="262626"/>
                </a:solidFill>
                <a:latin typeface="Calibri" pitchFamily="34" charset="0"/>
              </a:defRPr>
            </a:lvl3pPr>
            <a:lvl4pPr algn="l" rtl="0" eaLnBrk="1" fontAlgn="base" hangingPunct="1">
              <a:spcBef>
                <a:spcPct val="0"/>
              </a:spcBef>
              <a:spcAft>
                <a:spcPct val="0"/>
              </a:spcAft>
              <a:defRPr sz="3200" b="1">
                <a:solidFill>
                  <a:srgbClr val="262626"/>
                </a:solidFill>
                <a:latin typeface="Calibri" pitchFamily="34" charset="0"/>
              </a:defRPr>
            </a:lvl4pPr>
            <a:lvl5pPr algn="l" rtl="0" eaLnBrk="1" fontAlgn="base" hangingPunct="1">
              <a:spcBef>
                <a:spcPct val="0"/>
              </a:spcBef>
              <a:spcAft>
                <a:spcPct val="0"/>
              </a:spcAft>
              <a:defRPr sz="3200" b="1">
                <a:solidFill>
                  <a:srgbClr val="262626"/>
                </a:solidFill>
                <a:latin typeface="Calibri" pitchFamily="34" charset="0"/>
              </a:defRPr>
            </a:lvl5pPr>
            <a:lvl6pPr marL="457200" algn="l" rtl="0" eaLnBrk="1" fontAlgn="base" hangingPunct="1">
              <a:spcBef>
                <a:spcPct val="0"/>
              </a:spcBef>
              <a:spcAft>
                <a:spcPct val="0"/>
              </a:spcAft>
              <a:defRPr sz="3200" b="1">
                <a:solidFill>
                  <a:srgbClr val="262626"/>
                </a:solidFill>
                <a:latin typeface="Calibri" pitchFamily="34" charset="0"/>
              </a:defRPr>
            </a:lvl6pPr>
            <a:lvl7pPr marL="914400" algn="l" rtl="0" eaLnBrk="1" fontAlgn="base" hangingPunct="1">
              <a:spcBef>
                <a:spcPct val="0"/>
              </a:spcBef>
              <a:spcAft>
                <a:spcPct val="0"/>
              </a:spcAft>
              <a:defRPr sz="3200" b="1">
                <a:solidFill>
                  <a:srgbClr val="262626"/>
                </a:solidFill>
                <a:latin typeface="Calibri" pitchFamily="34" charset="0"/>
              </a:defRPr>
            </a:lvl7pPr>
            <a:lvl8pPr marL="1371600" algn="l" rtl="0" eaLnBrk="1" fontAlgn="base" hangingPunct="1">
              <a:spcBef>
                <a:spcPct val="0"/>
              </a:spcBef>
              <a:spcAft>
                <a:spcPct val="0"/>
              </a:spcAft>
              <a:defRPr sz="3200" b="1">
                <a:solidFill>
                  <a:srgbClr val="262626"/>
                </a:solidFill>
                <a:latin typeface="Calibri" pitchFamily="34" charset="0"/>
              </a:defRPr>
            </a:lvl8pPr>
            <a:lvl9pPr marL="1828800" algn="l" rtl="0" eaLnBrk="1" fontAlgn="base" hangingPunct="1">
              <a:spcBef>
                <a:spcPct val="0"/>
              </a:spcBef>
              <a:spcAft>
                <a:spcPct val="0"/>
              </a:spcAft>
              <a:defRPr sz="3200" b="1">
                <a:solidFill>
                  <a:srgbClr val="262626"/>
                </a:solidFill>
                <a:latin typeface="Calibri" pitchFamily="34" charset="0"/>
              </a:defRPr>
            </a:lvl9pPr>
          </a:lstStyle>
          <a:p>
            <a:r>
              <a:rPr lang="en-US" sz="4800" dirty="0">
                <a:solidFill>
                  <a:srgbClr val="9E1B32"/>
                </a:solidFill>
                <a:effectLst>
                  <a:outerShdw blurRad="38100" dist="38100" dir="2700000" algn="tl">
                    <a:srgbClr val="000000">
                      <a:alpha val="43137"/>
                    </a:srgbClr>
                  </a:outerShdw>
                </a:effectLst>
              </a:rPr>
              <a:t>Session title</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rial" charset="0"/>
                <a:ea typeface="+mn-ea"/>
                <a:cs typeface="Arial" charset="0"/>
              </a:rPr>
              <a:t>Professor </a:t>
            </a:r>
            <a:r>
              <a:rPr kumimoji="0" lang="en-US" sz="2800" b="0" u="none" strike="noStrike" kern="1200" cap="none" spc="0" normalizeH="0" baseline="0" noProof="0" dirty="0">
                <a:ln>
                  <a:noFill/>
                </a:ln>
                <a:solidFill>
                  <a:prstClr val="black"/>
                </a:solidFill>
                <a:effectLst/>
                <a:uLnTx/>
                <a:uFillTx/>
                <a:latin typeface="Arial" charset="0"/>
                <a:ea typeface="+mn-ea"/>
                <a:cs typeface="Arial" charset="0"/>
              </a:rPr>
              <a:t>NAME</a:t>
            </a:r>
          </a:p>
        </p:txBody>
      </p:sp>
    </p:spTree>
    <p:extLst>
      <p:ext uri="{BB962C8B-B14F-4D97-AF65-F5344CB8AC3E}">
        <p14:creationId xmlns:p14="http://schemas.microsoft.com/office/powerpoint/2010/main" val="3456026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11277600" cy="5181600"/>
          </a:xfrm>
        </p:spPr>
        <p:txBody>
          <a:bodyPr/>
          <a:lstStyle>
            <a:lvl1pPr>
              <a:defRPr sz="2800">
                <a:solidFill>
                  <a:schemeClr val="tx1">
                    <a:lumMod val="85000"/>
                    <a:lumOff val="15000"/>
                  </a:schemeClr>
                </a:solidFill>
              </a:defRPr>
            </a:lvl1pPr>
            <a:lvl2pPr>
              <a:defRPr sz="2600">
                <a:solidFill>
                  <a:schemeClr val="tx1">
                    <a:lumMod val="85000"/>
                    <a:lumOff val="15000"/>
                  </a:schemeClr>
                </a:solidFill>
              </a:defRPr>
            </a:lvl2pPr>
            <a:lvl3pPr>
              <a:defRPr sz="2400">
                <a:solidFill>
                  <a:schemeClr val="tx1">
                    <a:lumMod val="75000"/>
                    <a:lumOff val="25000"/>
                  </a:schemeClr>
                </a:solidFill>
              </a:defRPr>
            </a:lvl3pPr>
            <a:lvl4pPr>
              <a:defRPr sz="2400">
                <a:solidFill>
                  <a:schemeClr val="tx1">
                    <a:lumMod val="75000"/>
                    <a:lumOff val="25000"/>
                  </a:schemeClr>
                </a:solidFill>
              </a:defRPr>
            </a:lvl4pPr>
            <a:lvl5pPr>
              <a:defRPr sz="24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p:cNvSpPr>
            <a:spLocks noGrp="1"/>
          </p:cNvSpPr>
          <p:nvPr>
            <p:ph type="sldNum" sz="quarter" idx="4"/>
          </p:nvPr>
        </p:nvSpPr>
        <p:spPr>
          <a:xfrm>
            <a:off x="9601200" y="6492875"/>
            <a:ext cx="2133600" cy="365125"/>
          </a:xfrm>
          <a:prstGeom prst="rect">
            <a:avLst/>
          </a:prstGeom>
        </p:spPr>
        <p:txBody>
          <a:bodyPr vert="horz" lIns="91440" tIns="45720" rIns="91440" bIns="45720" rtlCol="0" anchor="ctr"/>
          <a:lstStyle>
            <a:lvl1pPr algn="r" fontAlgn="auto">
              <a:spcBef>
                <a:spcPts val="0"/>
              </a:spcBef>
              <a:spcAft>
                <a:spcPts val="0"/>
              </a:spcAft>
              <a:defRPr sz="1100">
                <a:solidFill>
                  <a:schemeClr val="tx1">
                    <a:lumMod val="75000"/>
                    <a:lumOff val="25000"/>
                  </a:schemeClr>
                </a:solidFill>
                <a:latin typeface="+mn-lt"/>
                <a:cs typeface="+mn-cs"/>
              </a:defRPr>
            </a:lvl1pPr>
          </a:lstStyle>
          <a:p>
            <a:pPr>
              <a:defRPr/>
            </a:pPr>
            <a:fld id="{D348A61C-C33F-4F4C-AF69-6A8461361DF9}" type="slidenum">
              <a:rPr lang="en-US" smtClean="0"/>
              <a:pPr>
                <a:defRPr/>
              </a:pPr>
              <a:t>‹#›</a:t>
            </a:fld>
            <a:endParaRPr lang="en-US"/>
          </a:p>
        </p:txBody>
      </p:sp>
      <p:sp>
        <p:nvSpPr>
          <p:cNvPr id="16" name="Title Placeholder 1"/>
          <p:cNvSpPr>
            <a:spLocks noGrp="1"/>
          </p:cNvSpPr>
          <p:nvPr>
            <p:ph type="title"/>
          </p:nvPr>
        </p:nvSpPr>
        <p:spPr bwMode="auto">
          <a:xfrm>
            <a:off x="0" y="487362"/>
            <a:ext cx="12192000" cy="503238"/>
          </a:xfrm>
          <a:prstGeom prst="rect">
            <a:avLst/>
          </a:prstGeom>
          <a:solidFill>
            <a:srgbClr val="9E1B32"/>
          </a:solidFill>
          <a:ln w="9525">
            <a:noFill/>
            <a:miter lim="800000"/>
            <a:headEnd/>
            <a:tailEnd/>
          </a:ln>
        </p:spPr>
        <p:txBody>
          <a:bodyPr vert="horz" wrap="square" lIns="91440" tIns="45720" rIns="91440" bIns="45720" numCol="1" anchor="ctr" anchorCtr="0" compatLnSpc="1">
            <a:prstTxWarp prst="textNoShape">
              <a:avLst/>
            </a:prstTxWarp>
          </a:bodyPr>
          <a:lstStyle>
            <a:lvl1pPr>
              <a:defRPr sz="3600"/>
            </a:lvl1pPr>
          </a:lstStyle>
          <a:p>
            <a:pPr lvl="0"/>
            <a:r>
              <a:rPr lang="en-US" dirty="0"/>
              <a:t>Click to edit Master title style</a:t>
            </a:r>
          </a:p>
        </p:txBody>
      </p:sp>
    </p:spTree>
    <p:extLst>
      <p:ext uri="{BB962C8B-B14F-4D97-AF65-F5344CB8AC3E}">
        <p14:creationId xmlns:p14="http://schemas.microsoft.com/office/powerpoint/2010/main" val="722158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9" name="Rectangle 7"/>
          <p:cNvSpPr>
            <a:spLocks noChangeArrowheads="1"/>
          </p:cNvSpPr>
          <p:nvPr userDrawn="1"/>
        </p:nvSpPr>
        <p:spPr bwMode="ltGray">
          <a:xfrm>
            <a:off x="4183062" y="152400"/>
            <a:ext cx="4960938" cy="392113"/>
          </a:xfrm>
          <a:prstGeom prst="rect">
            <a:avLst/>
          </a:prstGeom>
          <a:noFill/>
          <a:ln w="9525">
            <a:noFill/>
            <a:miter lim="800000"/>
            <a:headEnd/>
            <a:tailEnd/>
          </a:ln>
          <a:effectLst/>
        </p:spPr>
        <p:txBody>
          <a:bodyPr/>
          <a:lstStyle/>
          <a:p>
            <a:pPr algn="ctr"/>
            <a:r>
              <a:rPr lang="en-US" sz="2400" b="1" dirty="0">
                <a:solidFill>
                  <a:schemeClr val="bg1"/>
                </a:solidFill>
                <a:latin typeface="+mn-lt"/>
              </a:rPr>
              <a:t>Liberty Mutual </a:t>
            </a:r>
          </a:p>
          <a:p>
            <a:pPr algn="ctr"/>
            <a:r>
              <a:rPr lang="en-US" sz="2400" b="1" dirty="0">
                <a:solidFill>
                  <a:schemeClr val="bg1"/>
                </a:solidFill>
                <a:latin typeface="+mn-lt"/>
              </a:rPr>
              <a:t>Leadership Development Program </a:t>
            </a:r>
          </a:p>
        </p:txBody>
      </p:sp>
      <p:sp>
        <p:nvSpPr>
          <p:cNvPr id="10" name="Rectangle 4"/>
          <p:cNvSpPr txBox="1">
            <a:spLocks noChangeArrowheads="1"/>
          </p:cNvSpPr>
          <p:nvPr userDrawn="1"/>
        </p:nvSpPr>
        <p:spPr bwMode="auto">
          <a:xfrm>
            <a:off x="648182" y="3676650"/>
            <a:ext cx="7479166" cy="1047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Tx/>
              <a:buNone/>
              <a:defRPr sz="2800" b="1" kern="1200">
                <a:solidFill>
                  <a:schemeClr val="tx1">
                    <a:lumMod val="85000"/>
                    <a:lumOff val="15000"/>
                  </a:schemeClr>
                </a:solidFill>
                <a:latin typeface="+mn-lt"/>
                <a:ea typeface="+mn-ea"/>
                <a:cs typeface="+mn-cs"/>
              </a:defRPr>
            </a:lvl1pPr>
            <a:lvl2pPr marL="685800" indent="-284163" algn="l" rtl="0" eaLnBrk="1" fontAlgn="base" hangingPunct="1">
              <a:spcBef>
                <a:spcPct val="20000"/>
              </a:spcBef>
              <a:spcAft>
                <a:spcPct val="0"/>
              </a:spcAft>
              <a:buFont typeface="Arial" charset="0"/>
              <a:buChar char="–"/>
              <a:defRPr sz="2600" kern="1200">
                <a:solidFill>
                  <a:schemeClr val="tx1">
                    <a:lumMod val="85000"/>
                    <a:lumOff val="15000"/>
                  </a:schemeClr>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fontAlgn="auto">
              <a:spcAft>
                <a:spcPts val="0"/>
              </a:spcAft>
              <a:buNone/>
              <a:defRPr/>
            </a:pPr>
            <a:r>
              <a:rPr lang="en-US" sz="2400" b="0" dirty="0"/>
              <a:t>Leadership</a:t>
            </a:r>
            <a:r>
              <a:rPr lang="en-US" sz="2400" b="0" baseline="0" dirty="0"/>
              <a:t> in Corporate Counsel</a:t>
            </a:r>
          </a:p>
          <a:p>
            <a:pPr algn="l" fontAlgn="auto">
              <a:spcAft>
                <a:spcPts val="0"/>
              </a:spcAft>
              <a:buNone/>
              <a:defRPr/>
            </a:pPr>
            <a:r>
              <a:rPr lang="en-US" sz="2400" b="0" baseline="0" dirty="0"/>
              <a:t>June 24-27, 2015</a:t>
            </a:r>
            <a:endParaRPr lang="en-US" sz="2400" b="0"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41773" y="145370"/>
            <a:ext cx="4202227" cy="1295400"/>
          </a:xfrm>
          <a:prstGeom prst="rect">
            <a:avLst/>
          </a:prstGeom>
        </p:spPr>
      </p:pic>
      <p:sp>
        <p:nvSpPr>
          <p:cNvPr id="5" name="Rectangle 3"/>
          <p:cNvSpPr txBox="1">
            <a:spLocks noChangeArrowheads="1"/>
          </p:cNvSpPr>
          <p:nvPr userDrawn="1"/>
        </p:nvSpPr>
        <p:spPr bwMode="auto">
          <a:xfrm>
            <a:off x="648182" y="1695450"/>
            <a:ext cx="8039582" cy="1143000"/>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457200" indent="-457200" algn="l" rtl="0" eaLnBrk="1" fontAlgn="base" hangingPunct="1">
              <a:spcBef>
                <a:spcPct val="0"/>
              </a:spcBef>
              <a:spcAft>
                <a:spcPct val="0"/>
              </a:spcAft>
              <a:defRPr sz="4600" b="1" kern="1200">
                <a:solidFill>
                  <a:srgbClr val="9E1B32"/>
                </a:solidFill>
                <a:effectLst>
                  <a:outerShdw blurRad="38100" dist="38100" dir="2700000" algn="tl">
                    <a:srgbClr val="000000">
                      <a:alpha val="43137"/>
                    </a:srgbClr>
                  </a:outerShdw>
                </a:effectLst>
                <a:latin typeface="+mj-lt"/>
                <a:ea typeface="+mj-ea"/>
                <a:cs typeface="+mj-cs"/>
              </a:defRPr>
            </a:lvl1pPr>
            <a:lvl2pPr algn="l" rtl="0" eaLnBrk="1" fontAlgn="base" hangingPunct="1">
              <a:spcBef>
                <a:spcPct val="0"/>
              </a:spcBef>
              <a:spcAft>
                <a:spcPct val="0"/>
              </a:spcAft>
              <a:defRPr sz="3200" b="1">
                <a:solidFill>
                  <a:srgbClr val="262626"/>
                </a:solidFill>
                <a:latin typeface="Calibri" pitchFamily="34" charset="0"/>
              </a:defRPr>
            </a:lvl2pPr>
            <a:lvl3pPr algn="l" rtl="0" eaLnBrk="1" fontAlgn="base" hangingPunct="1">
              <a:spcBef>
                <a:spcPct val="0"/>
              </a:spcBef>
              <a:spcAft>
                <a:spcPct val="0"/>
              </a:spcAft>
              <a:defRPr sz="3200" b="1">
                <a:solidFill>
                  <a:srgbClr val="262626"/>
                </a:solidFill>
                <a:latin typeface="Calibri" pitchFamily="34" charset="0"/>
              </a:defRPr>
            </a:lvl3pPr>
            <a:lvl4pPr algn="l" rtl="0" eaLnBrk="1" fontAlgn="base" hangingPunct="1">
              <a:spcBef>
                <a:spcPct val="0"/>
              </a:spcBef>
              <a:spcAft>
                <a:spcPct val="0"/>
              </a:spcAft>
              <a:defRPr sz="3200" b="1">
                <a:solidFill>
                  <a:srgbClr val="262626"/>
                </a:solidFill>
                <a:latin typeface="Calibri" pitchFamily="34" charset="0"/>
              </a:defRPr>
            </a:lvl4pPr>
            <a:lvl5pPr algn="l" rtl="0" eaLnBrk="1" fontAlgn="base" hangingPunct="1">
              <a:spcBef>
                <a:spcPct val="0"/>
              </a:spcBef>
              <a:spcAft>
                <a:spcPct val="0"/>
              </a:spcAft>
              <a:defRPr sz="3200" b="1">
                <a:solidFill>
                  <a:srgbClr val="262626"/>
                </a:solidFill>
                <a:latin typeface="Calibri" pitchFamily="34" charset="0"/>
              </a:defRPr>
            </a:lvl5pPr>
            <a:lvl6pPr marL="457200" algn="l" rtl="0" eaLnBrk="1" fontAlgn="base" hangingPunct="1">
              <a:spcBef>
                <a:spcPct val="0"/>
              </a:spcBef>
              <a:spcAft>
                <a:spcPct val="0"/>
              </a:spcAft>
              <a:defRPr sz="3200" b="1">
                <a:solidFill>
                  <a:srgbClr val="262626"/>
                </a:solidFill>
                <a:latin typeface="Calibri" pitchFamily="34" charset="0"/>
              </a:defRPr>
            </a:lvl6pPr>
            <a:lvl7pPr marL="914400" algn="l" rtl="0" eaLnBrk="1" fontAlgn="base" hangingPunct="1">
              <a:spcBef>
                <a:spcPct val="0"/>
              </a:spcBef>
              <a:spcAft>
                <a:spcPct val="0"/>
              </a:spcAft>
              <a:defRPr sz="3200" b="1">
                <a:solidFill>
                  <a:srgbClr val="262626"/>
                </a:solidFill>
                <a:latin typeface="Calibri" pitchFamily="34" charset="0"/>
              </a:defRPr>
            </a:lvl7pPr>
            <a:lvl8pPr marL="1371600" algn="l" rtl="0" eaLnBrk="1" fontAlgn="base" hangingPunct="1">
              <a:spcBef>
                <a:spcPct val="0"/>
              </a:spcBef>
              <a:spcAft>
                <a:spcPct val="0"/>
              </a:spcAft>
              <a:defRPr sz="3200" b="1">
                <a:solidFill>
                  <a:srgbClr val="262626"/>
                </a:solidFill>
                <a:latin typeface="Calibri" pitchFamily="34" charset="0"/>
              </a:defRPr>
            </a:lvl8pPr>
            <a:lvl9pPr marL="1828800" algn="l" rtl="0" eaLnBrk="1" fontAlgn="base" hangingPunct="1">
              <a:spcBef>
                <a:spcPct val="0"/>
              </a:spcBef>
              <a:spcAft>
                <a:spcPct val="0"/>
              </a:spcAft>
              <a:defRPr sz="3200" b="1">
                <a:solidFill>
                  <a:srgbClr val="262626"/>
                </a:solidFill>
                <a:latin typeface="Calibri" pitchFamily="34" charset="0"/>
              </a:defRPr>
            </a:lvl9pPr>
          </a:lstStyle>
          <a:p>
            <a:pPr algn="l"/>
            <a:r>
              <a:rPr lang="en-US" sz="4800" dirty="0">
                <a:solidFill>
                  <a:srgbClr val="9E1B32"/>
                </a:solidFill>
                <a:effectLst>
                  <a:outerShdw blurRad="38100" dist="38100" dir="2700000" algn="tl">
                    <a:srgbClr val="000000">
                      <a:alpha val="43137"/>
                    </a:srgbClr>
                  </a:outerShdw>
                </a:effectLst>
              </a:rPr>
              <a:t>The</a:t>
            </a:r>
            <a:r>
              <a:rPr lang="en-US" sz="4800" baseline="0" dirty="0">
                <a:solidFill>
                  <a:srgbClr val="9E1B32"/>
                </a:solidFill>
                <a:effectLst>
                  <a:outerShdw blurRad="38100" dist="38100" dir="2700000" algn="tl">
                    <a:srgbClr val="000000">
                      <a:alpha val="43137"/>
                    </a:srgbClr>
                  </a:outerShdw>
                </a:effectLst>
              </a:rPr>
              <a:t> Internal Service</a:t>
            </a:r>
          </a:p>
          <a:p>
            <a:pPr algn="l"/>
            <a:r>
              <a:rPr lang="en-US" sz="4800" baseline="0" dirty="0">
                <a:solidFill>
                  <a:srgbClr val="9E1B32"/>
                </a:solidFill>
                <a:effectLst>
                  <a:outerShdw blurRad="38100" dist="38100" dir="2700000" algn="tl">
                    <a:srgbClr val="000000">
                      <a:alpha val="43137"/>
                    </a:srgbClr>
                  </a:outerShdw>
                </a:effectLst>
              </a:rPr>
              <a:t>Provider’s Dilemma </a:t>
            </a:r>
            <a:endParaRPr lang="en-US" sz="4800" dirty="0">
              <a:solidFill>
                <a:srgbClr val="9E1B32"/>
              </a:solidFill>
              <a:effectLst>
                <a:outerShdw blurRad="38100" dist="38100" dir="2700000" algn="tl">
                  <a:srgbClr val="000000">
                    <a:alpha val="43137"/>
                  </a:srgbClr>
                </a:outerShdw>
              </a:effectLst>
            </a:endParaRPr>
          </a:p>
        </p:txBody>
      </p:sp>
      <p:sp>
        <p:nvSpPr>
          <p:cNvPr id="12" name="Rectangle 4"/>
          <p:cNvSpPr txBox="1">
            <a:spLocks noChangeArrowheads="1"/>
          </p:cNvSpPr>
          <p:nvPr userDrawn="1"/>
        </p:nvSpPr>
        <p:spPr bwMode="auto">
          <a:xfrm>
            <a:off x="673582" y="3003550"/>
            <a:ext cx="7479166" cy="666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Tx/>
              <a:buNone/>
              <a:defRPr sz="2800" b="1" kern="1200">
                <a:solidFill>
                  <a:schemeClr val="tx1">
                    <a:lumMod val="85000"/>
                    <a:lumOff val="15000"/>
                  </a:schemeClr>
                </a:solidFill>
                <a:latin typeface="+mn-lt"/>
                <a:ea typeface="+mn-ea"/>
                <a:cs typeface="+mn-cs"/>
              </a:defRPr>
            </a:lvl1pPr>
            <a:lvl2pPr marL="685800" indent="-284163" algn="l" rtl="0" eaLnBrk="1" fontAlgn="base" hangingPunct="1">
              <a:spcBef>
                <a:spcPct val="20000"/>
              </a:spcBef>
              <a:spcAft>
                <a:spcPct val="0"/>
              </a:spcAft>
              <a:buFont typeface="Arial" charset="0"/>
              <a:buChar char="–"/>
              <a:defRPr sz="2600" kern="1200">
                <a:solidFill>
                  <a:schemeClr val="tx1">
                    <a:lumMod val="85000"/>
                    <a:lumOff val="15000"/>
                  </a:schemeClr>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fontAlgn="auto">
              <a:spcAft>
                <a:spcPts val="0"/>
              </a:spcAft>
              <a:buNone/>
              <a:defRPr/>
            </a:pPr>
            <a:r>
              <a:rPr lang="en-US" sz="2800" b="0" baseline="0" dirty="0">
                <a:solidFill>
                  <a:schemeClr val="tx1"/>
                </a:solidFill>
              </a:rPr>
              <a:t>Professor David Wilkins</a:t>
            </a:r>
          </a:p>
        </p:txBody>
      </p:sp>
    </p:spTree>
    <p:extLst>
      <p:ext uri="{BB962C8B-B14F-4D97-AF65-F5344CB8AC3E}">
        <p14:creationId xmlns:p14="http://schemas.microsoft.com/office/powerpoint/2010/main" val="1990076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181600"/>
          </a:xfrm>
        </p:spPr>
        <p:txBody>
          <a:bodyPr/>
          <a:lstStyle>
            <a:lvl1pPr>
              <a:defRPr sz="2800">
                <a:solidFill>
                  <a:schemeClr val="tx1">
                    <a:lumMod val="85000"/>
                    <a:lumOff val="15000"/>
                  </a:schemeClr>
                </a:solidFill>
              </a:defRPr>
            </a:lvl1pPr>
            <a:lvl2pPr>
              <a:defRPr sz="2600">
                <a:solidFill>
                  <a:schemeClr val="tx1">
                    <a:lumMod val="85000"/>
                    <a:lumOff val="15000"/>
                  </a:schemeClr>
                </a:solidFill>
              </a:defRPr>
            </a:lvl2pPr>
            <a:lvl3pPr>
              <a:defRPr sz="2400">
                <a:solidFill>
                  <a:schemeClr val="tx1">
                    <a:lumMod val="75000"/>
                    <a:lumOff val="25000"/>
                  </a:schemeClr>
                </a:solidFill>
              </a:defRPr>
            </a:lvl3pPr>
            <a:lvl4pPr>
              <a:defRPr sz="2400">
                <a:solidFill>
                  <a:schemeClr val="tx1">
                    <a:lumMod val="75000"/>
                    <a:lumOff val="25000"/>
                  </a:schemeClr>
                </a:solidFill>
              </a:defRPr>
            </a:lvl4pPr>
            <a:lvl5pPr>
              <a:defRPr sz="24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p:cNvSpPr>
            <a:spLocks noGrp="1"/>
          </p:cNvSpPr>
          <p:nvPr>
            <p:ph type="sldNum" sz="quarter" idx="4"/>
          </p:nvPr>
        </p:nvSpPr>
        <p:spPr>
          <a:xfrm>
            <a:off x="6553200" y="6492875"/>
            <a:ext cx="2133600" cy="365125"/>
          </a:xfrm>
          <a:prstGeom prst="rect">
            <a:avLst/>
          </a:prstGeom>
        </p:spPr>
        <p:txBody>
          <a:bodyPr vert="horz" lIns="91440" tIns="45720" rIns="91440" bIns="45720" rtlCol="0" anchor="ctr"/>
          <a:lstStyle>
            <a:lvl1pPr algn="r" fontAlgn="auto">
              <a:spcBef>
                <a:spcPts val="0"/>
              </a:spcBef>
              <a:spcAft>
                <a:spcPts val="0"/>
              </a:spcAft>
              <a:defRPr sz="1100">
                <a:solidFill>
                  <a:schemeClr val="tx1">
                    <a:lumMod val="75000"/>
                    <a:lumOff val="25000"/>
                  </a:schemeClr>
                </a:solidFill>
                <a:latin typeface="+mn-lt"/>
                <a:cs typeface="+mn-cs"/>
              </a:defRPr>
            </a:lvl1pPr>
          </a:lstStyle>
          <a:p>
            <a:pPr>
              <a:defRPr/>
            </a:pPr>
            <a:fld id="{D348A61C-C33F-4F4C-AF69-6A8461361DF9}" type="slidenum">
              <a:rPr lang="en-US" smtClean="0"/>
              <a:pPr>
                <a:defRPr/>
              </a:pPr>
              <a:t>‹#›</a:t>
            </a:fld>
            <a:endParaRPr lang="en-US"/>
          </a:p>
        </p:txBody>
      </p:sp>
      <p:sp>
        <p:nvSpPr>
          <p:cNvPr id="16" name="Title Placeholder 1"/>
          <p:cNvSpPr>
            <a:spLocks noGrp="1"/>
          </p:cNvSpPr>
          <p:nvPr>
            <p:ph type="title"/>
          </p:nvPr>
        </p:nvSpPr>
        <p:spPr bwMode="auto">
          <a:xfrm>
            <a:off x="0" y="487362"/>
            <a:ext cx="9144000" cy="503238"/>
          </a:xfrm>
          <a:prstGeom prst="rect">
            <a:avLst/>
          </a:prstGeom>
          <a:solidFill>
            <a:srgbClr val="9E1B32"/>
          </a:solidFill>
          <a:ln w="9525">
            <a:noFill/>
            <a:miter lim="800000"/>
            <a:headEnd/>
            <a:tailEnd/>
          </a:ln>
        </p:spPr>
        <p:txBody>
          <a:bodyPr vert="horz" wrap="square" lIns="91440" tIns="45720" rIns="91440" bIns="45720" numCol="1" anchor="ctr" anchorCtr="0" compatLnSpc="1">
            <a:prstTxWarp prst="textNoShape">
              <a:avLst/>
            </a:prstTxWarp>
          </a:bodyPr>
          <a:lstStyle>
            <a:lvl1pPr>
              <a:defRPr sz="3600"/>
            </a:lvl1pPr>
          </a:lstStyle>
          <a:p>
            <a:pPr lvl="0"/>
            <a:r>
              <a:rPr lang="en-US" dirty="0"/>
              <a:t>Click to edit Master title style</a:t>
            </a:r>
          </a:p>
        </p:txBody>
      </p:sp>
    </p:spTree>
    <p:extLst>
      <p:ext uri="{BB962C8B-B14F-4D97-AF65-F5344CB8AC3E}">
        <p14:creationId xmlns:p14="http://schemas.microsoft.com/office/powerpoint/2010/main" val="3524443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9" name="Rectangle 7"/>
          <p:cNvSpPr>
            <a:spLocks noChangeArrowheads="1"/>
          </p:cNvSpPr>
          <p:nvPr userDrawn="1"/>
        </p:nvSpPr>
        <p:spPr bwMode="ltGray">
          <a:xfrm>
            <a:off x="4183062" y="152400"/>
            <a:ext cx="4960938" cy="392113"/>
          </a:xfrm>
          <a:prstGeom prst="rect">
            <a:avLst/>
          </a:prstGeom>
          <a:noFill/>
          <a:ln w="9525">
            <a:noFill/>
            <a:miter lim="800000"/>
            <a:headEnd/>
            <a:tailEnd/>
          </a:ln>
          <a:effectLst/>
        </p:spPr>
        <p:txBody>
          <a:bodyPr/>
          <a:lstStyle/>
          <a:p>
            <a:pPr algn="ctr"/>
            <a:r>
              <a:rPr lang="en-US" sz="2400" b="1" dirty="0">
                <a:solidFill>
                  <a:schemeClr val="bg1"/>
                </a:solidFill>
                <a:latin typeface="+mn-lt"/>
              </a:rPr>
              <a:t>Liberty Mutual </a:t>
            </a:r>
          </a:p>
          <a:p>
            <a:pPr algn="ctr"/>
            <a:r>
              <a:rPr lang="en-US" sz="2400" b="1" dirty="0">
                <a:solidFill>
                  <a:schemeClr val="bg1"/>
                </a:solidFill>
                <a:latin typeface="+mn-lt"/>
              </a:rPr>
              <a:t>Leadership Development Program </a:t>
            </a:r>
          </a:p>
        </p:txBody>
      </p:sp>
      <p:sp>
        <p:nvSpPr>
          <p:cNvPr id="10" name="Rectangle 4"/>
          <p:cNvSpPr txBox="1">
            <a:spLocks noChangeArrowheads="1"/>
          </p:cNvSpPr>
          <p:nvPr userDrawn="1"/>
        </p:nvSpPr>
        <p:spPr bwMode="auto">
          <a:xfrm>
            <a:off x="685800" y="3676650"/>
            <a:ext cx="7479166" cy="1047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Tx/>
              <a:buNone/>
              <a:defRPr sz="2800" b="1" kern="1200">
                <a:solidFill>
                  <a:schemeClr val="tx1">
                    <a:lumMod val="85000"/>
                    <a:lumOff val="15000"/>
                  </a:schemeClr>
                </a:solidFill>
                <a:latin typeface="+mn-lt"/>
                <a:ea typeface="+mn-ea"/>
                <a:cs typeface="+mn-cs"/>
              </a:defRPr>
            </a:lvl1pPr>
            <a:lvl2pPr marL="685800" indent="-284163" algn="l" rtl="0" eaLnBrk="1" fontAlgn="base" hangingPunct="1">
              <a:spcBef>
                <a:spcPct val="20000"/>
              </a:spcBef>
              <a:spcAft>
                <a:spcPct val="0"/>
              </a:spcAft>
              <a:buFont typeface="Arial" charset="0"/>
              <a:buChar char="–"/>
              <a:defRPr sz="2600" kern="1200">
                <a:solidFill>
                  <a:schemeClr val="tx1">
                    <a:lumMod val="85000"/>
                    <a:lumOff val="15000"/>
                  </a:schemeClr>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fontAlgn="auto">
              <a:spcAft>
                <a:spcPts val="0"/>
              </a:spcAft>
              <a:buNone/>
              <a:defRPr/>
            </a:pPr>
            <a:r>
              <a:rPr lang="en-US" sz="2400" b="0" dirty="0"/>
              <a:t>Leadership</a:t>
            </a:r>
            <a:r>
              <a:rPr lang="en-US" sz="2400" b="0" baseline="0" dirty="0"/>
              <a:t> in Law Firms Program</a:t>
            </a:r>
          </a:p>
          <a:p>
            <a:pPr algn="l" fontAlgn="auto">
              <a:spcAft>
                <a:spcPts val="0"/>
              </a:spcAft>
              <a:buNone/>
              <a:defRPr/>
            </a:pPr>
            <a:r>
              <a:rPr lang="en-US" sz="2400" b="0" baseline="0" dirty="0"/>
              <a:t>May 17-22, 2015</a:t>
            </a:r>
            <a:endParaRPr lang="en-US" sz="2400" b="0"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33800" y="0"/>
            <a:ext cx="5424714" cy="994531"/>
          </a:xfrm>
          <a:prstGeom prst="rect">
            <a:avLst/>
          </a:prstGeom>
        </p:spPr>
      </p:pic>
      <p:sp>
        <p:nvSpPr>
          <p:cNvPr id="5" name="Rectangle 3"/>
          <p:cNvSpPr txBox="1">
            <a:spLocks noChangeArrowheads="1"/>
          </p:cNvSpPr>
          <p:nvPr userDrawn="1"/>
        </p:nvSpPr>
        <p:spPr bwMode="auto">
          <a:xfrm>
            <a:off x="685800" y="2514146"/>
            <a:ext cx="7772400" cy="1143000"/>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457200" indent="-457200" algn="l" rtl="0" eaLnBrk="1" fontAlgn="base" hangingPunct="1">
              <a:spcBef>
                <a:spcPct val="0"/>
              </a:spcBef>
              <a:spcAft>
                <a:spcPct val="0"/>
              </a:spcAft>
              <a:defRPr sz="4600" b="1" kern="1200">
                <a:solidFill>
                  <a:srgbClr val="9E1B32"/>
                </a:solidFill>
                <a:effectLst>
                  <a:outerShdw blurRad="38100" dist="38100" dir="2700000" algn="tl">
                    <a:srgbClr val="000000">
                      <a:alpha val="43137"/>
                    </a:srgbClr>
                  </a:outerShdw>
                </a:effectLst>
                <a:latin typeface="+mj-lt"/>
                <a:ea typeface="+mj-ea"/>
                <a:cs typeface="+mj-cs"/>
              </a:defRPr>
            </a:lvl1pPr>
            <a:lvl2pPr algn="l" rtl="0" eaLnBrk="1" fontAlgn="base" hangingPunct="1">
              <a:spcBef>
                <a:spcPct val="0"/>
              </a:spcBef>
              <a:spcAft>
                <a:spcPct val="0"/>
              </a:spcAft>
              <a:defRPr sz="3200" b="1">
                <a:solidFill>
                  <a:srgbClr val="262626"/>
                </a:solidFill>
                <a:latin typeface="Calibri" pitchFamily="34" charset="0"/>
              </a:defRPr>
            </a:lvl2pPr>
            <a:lvl3pPr algn="l" rtl="0" eaLnBrk="1" fontAlgn="base" hangingPunct="1">
              <a:spcBef>
                <a:spcPct val="0"/>
              </a:spcBef>
              <a:spcAft>
                <a:spcPct val="0"/>
              </a:spcAft>
              <a:defRPr sz="3200" b="1">
                <a:solidFill>
                  <a:srgbClr val="262626"/>
                </a:solidFill>
                <a:latin typeface="Calibri" pitchFamily="34" charset="0"/>
              </a:defRPr>
            </a:lvl3pPr>
            <a:lvl4pPr algn="l" rtl="0" eaLnBrk="1" fontAlgn="base" hangingPunct="1">
              <a:spcBef>
                <a:spcPct val="0"/>
              </a:spcBef>
              <a:spcAft>
                <a:spcPct val="0"/>
              </a:spcAft>
              <a:defRPr sz="3200" b="1">
                <a:solidFill>
                  <a:srgbClr val="262626"/>
                </a:solidFill>
                <a:latin typeface="Calibri" pitchFamily="34" charset="0"/>
              </a:defRPr>
            </a:lvl4pPr>
            <a:lvl5pPr algn="l" rtl="0" eaLnBrk="1" fontAlgn="base" hangingPunct="1">
              <a:spcBef>
                <a:spcPct val="0"/>
              </a:spcBef>
              <a:spcAft>
                <a:spcPct val="0"/>
              </a:spcAft>
              <a:defRPr sz="3200" b="1">
                <a:solidFill>
                  <a:srgbClr val="262626"/>
                </a:solidFill>
                <a:latin typeface="Calibri" pitchFamily="34" charset="0"/>
              </a:defRPr>
            </a:lvl5pPr>
            <a:lvl6pPr marL="457200" algn="l" rtl="0" eaLnBrk="1" fontAlgn="base" hangingPunct="1">
              <a:spcBef>
                <a:spcPct val="0"/>
              </a:spcBef>
              <a:spcAft>
                <a:spcPct val="0"/>
              </a:spcAft>
              <a:defRPr sz="3200" b="1">
                <a:solidFill>
                  <a:srgbClr val="262626"/>
                </a:solidFill>
                <a:latin typeface="Calibri" pitchFamily="34" charset="0"/>
              </a:defRPr>
            </a:lvl6pPr>
            <a:lvl7pPr marL="914400" algn="l" rtl="0" eaLnBrk="1" fontAlgn="base" hangingPunct="1">
              <a:spcBef>
                <a:spcPct val="0"/>
              </a:spcBef>
              <a:spcAft>
                <a:spcPct val="0"/>
              </a:spcAft>
              <a:defRPr sz="3200" b="1">
                <a:solidFill>
                  <a:srgbClr val="262626"/>
                </a:solidFill>
                <a:latin typeface="Calibri" pitchFamily="34" charset="0"/>
              </a:defRPr>
            </a:lvl7pPr>
            <a:lvl8pPr marL="1371600" algn="l" rtl="0" eaLnBrk="1" fontAlgn="base" hangingPunct="1">
              <a:spcBef>
                <a:spcPct val="0"/>
              </a:spcBef>
              <a:spcAft>
                <a:spcPct val="0"/>
              </a:spcAft>
              <a:defRPr sz="3200" b="1">
                <a:solidFill>
                  <a:srgbClr val="262626"/>
                </a:solidFill>
                <a:latin typeface="Calibri" pitchFamily="34" charset="0"/>
              </a:defRPr>
            </a:lvl8pPr>
            <a:lvl9pPr marL="1828800" algn="l" rtl="0" eaLnBrk="1" fontAlgn="base" hangingPunct="1">
              <a:spcBef>
                <a:spcPct val="0"/>
              </a:spcBef>
              <a:spcAft>
                <a:spcPct val="0"/>
              </a:spcAft>
              <a:defRPr sz="3200" b="1">
                <a:solidFill>
                  <a:srgbClr val="262626"/>
                </a:solidFill>
                <a:latin typeface="Calibri" pitchFamily="34" charset="0"/>
              </a:defRPr>
            </a:lvl9pPr>
          </a:lstStyle>
          <a:p>
            <a:r>
              <a:rPr lang="en-US" sz="4800" dirty="0">
                <a:solidFill>
                  <a:srgbClr val="9E1B32"/>
                </a:solidFill>
                <a:effectLst>
                  <a:outerShdw blurRad="38100" dist="38100" dir="2700000" algn="tl">
                    <a:srgbClr val="000000">
                      <a:alpha val="43137"/>
                    </a:srgbClr>
                  </a:outerShdw>
                </a:effectLst>
              </a:rPr>
              <a:t>Session title</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rial" charset="0"/>
                <a:ea typeface="+mn-ea"/>
                <a:cs typeface="Arial" charset="0"/>
              </a:rPr>
              <a:t>Professor </a:t>
            </a:r>
            <a:r>
              <a:rPr kumimoji="0" lang="en-US" sz="2800" b="0" u="none" strike="noStrike" kern="1200" cap="none" spc="0" normalizeH="0" baseline="0" noProof="0" dirty="0">
                <a:ln>
                  <a:noFill/>
                </a:ln>
                <a:solidFill>
                  <a:prstClr val="black"/>
                </a:solidFill>
                <a:effectLst/>
                <a:uLnTx/>
                <a:uFillTx/>
                <a:latin typeface="Arial" charset="0"/>
                <a:ea typeface="+mn-ea"/>
                <a:cs typeface="Arial" charset="0"/>
              </a:rPr>
              <a:t>NAME</a:t>
            </a:r>
          </a:p>
        </p:txBody>
      </p:sp>
    </p:spTree>
    <p:extLst>
      <p:ext uri="{BB962C8B-B14F-4D97-AF65-F5344CB8AC3E}">
        <p14:creationId xmlns:p14="http://schemas.microsoft.com/office/powerpoint/2010/main" val="310537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181600"/>
          </a:xfrm>
        </p:spPr>
        <p:txBody>
          <a:bodyPr/>
          <a:lstStyle>
            <a:lvl1pPr>
              <a:defRPr sz="2800">
                <a:solidFill>
                  <a:schemeClr val="tx1">
                    <a:lumMod val="85000"/>
                    <a:lumOff val="15000"/>
                  </a:schemeClr>
                </a:solidFill>
              </a:defRPr>
            </a:lvl1pPr>
            <a:lvl2pPr>
              <a:defRPr sz="2600">
                <a:solidFill>
                  <a:schemeClr val="tx1">
                    <a:lumMod val="85000"/>
                    <a:lumOff val="15000"/>
                  </a:schemeClr>
                </a:solidFill>
              </a:defRPr>
            </a:lvl2pPr>
            <a:lvl3pPr>
              <a:defRPr sz="2400">
                <a:solidFill>
                  <a:schemeClr val="tx1">
                    <a:lumMod val="75000"/>
                    <a:lumOff val="25000"/>
                  </a:schemeClr>
                </a:solidFill>
              </a:defRPr>
            </a:lvl3pPr>
            <a:lvl4pPr>
              <a:defRPr sz="2400">
                <a:solidFill>
                  <a:schemeClr val="tx1">
                    <a:lumMod val="75000"/>
                    <a:lumOff val="25000"/>
                  </a:schemeClr>
                </a:solidFill>
              </a:defRPr>
            </a:lvl4pPr>
            <a:lvl5pPr>
              <a:defRPr sz="24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p:cNvSpPr>
            <a:spLocks noGrp="1"/>
          </p:cNvSpPr>
          <p:nvPr>
            <p:ph type="sldNum" sz="quarter" idx="4"/>
          </p:nvPr>
        </p:nvSpPr>
        <p:spPr>
          <a:xfrm>
            <a:off x="6553200" y="6492875"/>
            <a:ext cx="2133600" cy="365125"/>
          </a:xfrm>
          <a:prstGeom prst="rect">
            <a:avLst/>
          </a:prstGeom>
        </p:spPr>
        <p:txBody>
          <a:bodyPr vert="horz" lIns="91440" tIns="45720" rIns="91440" bIns="45720" rtlCol="0" anchor="ctr"/>
          <a:lstStyle>
            <a:lvl1pPr algn="r" fontAlgn="auto">
              <a:spcBef>
                <a:spcPts val="0"/>
              </a:spcBef>
              <a:spcAft>
                <a:spcPts val="0"/>
              </a:spcAft>
              <a:defRPr sz="1100">
                <a:solidFill>
                  <a:schemeClr val="tx1">
                    <a:lumMod val="75000"/>
                    <a:lumOff val="25000"/>
                  </a:schemeClr>
                </a:solidFill>
                <a:latin typeface="+mn-lt"/>
                <a:cs typeface="+mn-cs"/>
              </a:defRPr>
            </a:lvl1pPr>
          </a:lstStyle>
          <a:p>
            <a:pPr>
              <a:defRPr/>
            </a:pPr>
            <a:fld id="{D348A61C-C33F-4F4C-AF69-6A8461361DF9}" type="slidenum">
              <a:rPr lang="en-US" smtClean="0"/>
              <a:pPr>
                <a:defRPr/>
              </a:pPr>
              <a:t>‹#›</a:t>
            </a:fld>
            <a:endParaRPr lang="en-US"/>
          </a:p>
        </p:txBody>
      </p:sp>
      <p:sp>
        <p:nvSpPr>
          <p:cNvPr id="16" name="Title Placeholder 1"/>
          <p:cNvSpPr>
            <a:spLocks noGrp="1"/>
          </p:cNvSpPr>
          <p:nvPr>
            <p:ph type="title"/>
          </p:nvPr>
        </p:nvSpPr>
        <p:spPr bwMode="auto">
          <a:xfrm>
            <a:off x="0" y="487362"/>
            <a:ext cx="9144000" cy="503238"/>
          </a:xfrm>
          <a:prstGeom prst="rect">
            <a:avLst/>
          </a:prstGeom>
          <a:solidFill>
            <a:srgbClr val="9E1B32"/>
          </a:solidFill>
          <a:ln w="9525">
            <a:noFill/>
            <a:miter lim="800000"/>
            <a:headEnd/>
            <a:tailEnd/>
          </a:ln>
        </p:spPr>
        <p:txBody>
          <a:bodyPr vert="horz" wrap="square" lIns="91440" tIns="45720" rIns="91440" bIns="45720" numCol="1" anchor="ctr" anchorCtr="0" compatLnSpc="1">
            <a:prstTxWarp prst="textNoShape">
              <a:avLst/>
            </a:prstTxWarp>
          </a:bodyPr>
          <a:lstStyle>
            <a:lvl1pPr>
              <a:defRPr sz="3600"/>
            </a:lvl1pPr>
          </a:lstStyle>
          <a:p>
            <a:pPr lvl="0"/>
            <a:r>
              <a:rPr lang="en-US" dirty="0"/>
              <a:t>Click to edit Master title style</a:t>
            </a:r>
          </a:p>
        </p:txBody>
      </p:sp>
    </p:spTree>
    <p:extLst>
      <p:ext uri="{BB962C8B-B14F-4D97-AF65-F5344CB8AC3E}">
        <p14:creationId xmlns:p14="http://schemas.microsoft.com/office/powerpoint/2010/main" val="1279198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9" name="Rectangle 7"/>
          <p:cNvSpPr>
            <a:spLocks noChangeArrowheads="1"/>
          </p:cNvSpPr>
          <p:nvPr userDrawn="1"/>
        </p:nvSpPr>
        <p:spPr bwMode="ltGray">
          <a:xfrm>
            <a:off x="4183062" y="152400"/>
            <a:ext cx="4960938" cy="392113"/>
          </a:xfrm>
          <a:prstGeom prst="rect">
            <a:avLst/>
          </a:prstGeom>
          <a:noFill/>
          <a:ln w="9525">
            <a:noFill/>
            <a:miter lim="800000"/>
            <a:headEnd/>
            <a:tailEnd/>
          </a:ln>
          <a:effectLst/>
        </p:spPr>
        <p:txBody>
          <a:bodyPr/>
          <a:lstStyle/>
          <a:p>
            <a:pPr algn="ctr"/>
            <a:r>
              <a:rPr lang="en-US" sz="2400" b="1" dirty="0">
                <a:solidFill>
                  <a:schemeClr val="bg1"/>
                </a:solidFill>
                <a:latin typeface="+mn-lt"/>
              </a:rPr>
              <a:t>Liberty Mutual </a:t>
            </a:r>
          </a:p>
          <a:p>
            <a:pPr algn="ctr"/>
            <a:r>
              <a:rPr lang="en-US" sz="2400" b="1" dirty="0">
                <a:solidFill>
                  <a:schemeClr val="bg1"/>
                </a:solidFill>
                <a:latin typeface="+mn-lt"/>
              </a:rPr>
              <a:t>Leadership Development Program </a:t>
            </a:r>
          </a:p>
        </p:txBody>
      </p:sp>
      <p:sp>
        <p:nvSpPr>
          <p:cNvPr id="10" name="Rectangle 4"/>
          <p:cNvSpPr txBox="1">
            <a:spLocks noChangeArrowheads="1"/>
          </p:cNvSpPr>
          <p:nvPr userDrawn="1"/>
        </p:nvSpPr>
        <p:spPr bwMode="auto">
          <a:xfrm>
            <a:off x="685800" y="3676650"/>
            <a:ext cx="7479166" cy="1047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Tx/>
              <a:buNone/>
              <a:defRPr sz="2800" b="1" kern="1200">
                <a:solidFill>
                  <a:schemeClr val="tx1">
                    <a:lumMod val="85000"/>
                    <a:lumOff val="15000"/>
                  </a:schemeClr>
                </a:solidFill>
                <a:latin typeface="+mn-lt"/>
                <a:ea typeface="+mn-ea"/>
                <a:cs typeface="+mn-cs"/>
              </a:defRPr>
            </a:lvl1pPr>
            <a:lvl2pPr marL="685800" indent="-284163" algn="l" rtl="0" eaLnBrk="1" fontAlgn="base" hangingPunct="1">
              <a:spcBef>
                <a:spcPct val="20000"/>
              </a:spcBef>
              <a:spcAft>
                <a:spcPct val="0"/>
              </a:spcAft>
              <a:buFont typeface="Arial" charset="0"/>
              <a:buChar char="–"/>
              <a:defRPr sz="2600" kern="1200">
                <a:solidFill>
                  <a:schemeClr val="tx1">
                    <a:lumMod val="85000"/>
                    <a:lumOff val="15000"/>
                  </a:schemeClr>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fontAlgn="auto">
              <a:spcAft>
                <a:spcPts val="0"/>
              </a:spcAft>
              <a:buNone/>
              <a:defRPr/>
            </a:pPr>
            <a:r>
              <a:rPr lang="en-US" sz="2400" b="0" dirty="0"/>
              <a:t>Leadership</a:t>
            </a:r>
            <a:r>
              <a:rPr lang="en-US" sz="2400" b="0" baseline="0" dirty="0"/>
              <a:t> in Law Firms Program</a:t>
            </a:r>
          </a:p>
          <a:p>
            <a:pPr algn="l" fontAlgn="auto">
              <a:spcAft>
                <a:spcPts val="0"/>
              </a:spcAft>
              <a:buNone/>
              <a:defRPr/>
            </a:pPr>
            <a:r>
              <a:rPr lang="en-US" sz="2400" b="0" baseline="0" dirty="0"/>
              <a:t>May 17-22, 2015</a:t>
            </a:r>
            <a:endParaRPr lang="en-US" sz="2400" b="0" dirty="0"/>
          </a:p>
        </p:txBody>
      </p:sp>
      <p:sp>
        <p:nvSpPr>
          <p:cNvPr id="5" name="Rectangle 3"/>
          <p:cNvSpPr txBox="1">
            <a:spLocks noChangeArrowheads="1"/>
          </p:cNvSpPr>
          <p:nvPr userDrawn="1"/>
        </p:nvSpPr>
        <p:spPr bwMode="auto">
          <a:xfrm>
            <a:off x="685800" y="2514146"/>
            <a:ext cx="7772400" cy="1143000"/>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457200" indent="-457200" algn="l" rtl="0" eaLnBrk="1" fontAlgn="base" hangingPunct="1">
              <a:spcBef>
                <a:spcPct val="0"/>
              </a:spcBef>
              <a:spcAft>
                <a:spcPct val="0"/>
              </a:spcAft>
              <a:defRPr sz="4600" b="1" kern="1200">
                <a:solidFill>
                  <a:srgbClr val="9E1B32"/>
                </a:solidFill>
                <a:effectLst>
                  <a:outerShdw blurRad="38100" dist="38100" dir="2700000" algn="tl">
                    <a:srgbClr val="000000">
                      <a:alpha val="43137"/>
                    </a:srgbClr>
                  </a:outerShdw>
                </a:effectLst>
                <a:latin typeface="+mj-lt"/>
                <a:ea typeface="+mj-ea"/>
                <a:cs typeface="+mj-cs"/>
              </a:defRPr>
            </a:lvl1pPr>
            <a:lvl2pPr algn="l" rtl="0" eaLnBrk="1" fontAlgn="base" hangingPunct="1">
              <a:spcBef>
                <a:spcPct val="0"/>
              </a:spcBef>
              <a:spcAft>
                <a:spcPct val="0"/>
              </a:spcAft>
              <a:defRPr sz="3200" b="1">
                <a:solidFill>
                  <a:srgbClr val="262626"/>
                </a:solidFill>
                <a:latin typeface="Calibri" pitchFamily="34" charset="0"/>
              </a:defRPr>
            </a:lvl2pPr>
            <a:lvl3pPr algn="l" rtl="0" eaLnBrk="1" fontAlgn="base" hangingPunct="1">
              <a:spcBef>
                <a:spcPct val="0"/>
              </a:spcBef>
              <a:spcAft>
                <a:spcPct val="0"/>
              </a:spcAft>
              <a:defRPr sz="3200" b="1">
                <a:solidFill>
                  <a:srgbClr val="262626"/>
                </a:solidFill>
                <a:latin typeface="Calibri" pitchFamily="34" charset="0"/>
              </a:defRPr>
            </a:lvl3pPr>
            <a:lvl4pPr algn="l" rtl="0" eaLnBrk="1" fontAlgn="base" hangingPunct="1">
              <a:spcBef>
                <a:spcPct val="0"/>
              </a:spcBef>
              <a:spcAft>
                <a:spcPct val="0"/>
              </a:spcAft>
              <a:defRPr sz="3200" b="1">
                <a:solidFill>
                  <a:srgbClr val="262626"/>
                </a:solidFill>
                <a:latin typeface="Calibri" pitchFamily="34" charset="0"/>
              </a:defRPr>
            </a:lvl4pPr>
            <a:lvl5pPr algn="l" rtl="0" eaLnBrk="1" fontAlgn="base" hangingPunct="1">
              <a:spcBef>
                <a:spcPct val="0"/>
              </a:spcBef>
              <a:spcAft>
                <a:spcPct val="0"/>
              </a:spcAft>
              <a:defRPr sz="3200" b="1">
                <a:solidFill>
                  <a:srgbClr val="262626"/>
                </a:solidFill>
                <a:latin typeface="Calibri" pitchFamily="34" charset="0"/>
              </a:defRPr>
            </a:lvl5pPr>
            <a:lvl6pPr marL="457200" algn="l" rtl="0" eaLnBrk="1" fontAlgn="base" hangingPunct="1">
              <a:spcBef>
                <a:spcPct val="0"/>
              </a:spcBef>
              <a:spcAft>
                <a:spcPct val="0"/>
              </a:spcAft>
              <a:defRPr sz="3200" b="1">
                <a:solidFill>
                  <a:srgbClr val="262626"/>
                </a:solidFill>
                <a:latin typeface="Calibri" pitchFamily="34" charset="0"/>
              </a:defRPr>
            </a:lvl6pPr>
            <a:lvl7pPr marL="914400" algn="l" rtl="0" eaLnBrk="1" fontAlgn="base" hangingPunct="1">
              <a:spcBef>
                <a:spcPct val="0"/>
              </a:spcBef>
              <a:spcAft>
                <a:spcPct val="0"/>
              </a:spcAft>
              <a:defRPr sz="3200" b="1">
                <a:solidFill>
                  <a:srgbClr val="262626"/>
                </a:solidFill>
                <a:latin typeface="Calibri" pitchFamily="34" charset="0"/>
              </a:defRPr>
            </a:lvl7pPr>
            <a:lvl8pPr marL="1371600" algn="l" rtl="0" eaLnBrk="1" fontAlgn="base" hangingPunct="1">
              <a:spcBef>
                <a:spcPct val="0"/>
              </a:spcBef>
              <a:spcAft>
                <a:spcPct val="0"/>
              </a:spcAft>
              <a:defRPr sz="3200" b="1">
                <a:solidFill>
                  <a:srgbClr val="262626"/>
                </a:solidFill>
                <a:latin typeface="Calibri" pitchFamily="34" charset="0"/>
              </a:defRPr>
            </a:lvl8pPr>
            <a:lvl9pPr marL="1828800" algn="l" rtl="0" eaLnBrk="1" fontAlgn="base" hangingPunct="1">
              <a:spcBef>
                <a:spcPct val="0"/>
              </a:spcBef>
              <a:spcAft>
                <a:spcPct val="0"/>
              </a:spcAft>
              <a:defRPr sz="3200" b="1">
                <a:solidFill>
                  <a:srgbClr val="262626"/>
                </a:solidFill>
                <a:latin typeface="Calibri" pitchFamily="34" charset="0"/>
              </a:defRPr>
            </a:lvl9pPr>
          </a:lstStyle>
          <a:p>
            <a:r>
              <a:rPr lang="en-US" sz="4800" dirty="0">
                <a:solidFill>
                  <a:srgbClr val="9E1B32"/>
                </a:solidFill>
                <a:effectLst>
                  <a:outerShdw blurRad="38100" dist="38100" dir="2700000" algn="tl">
                    <a:srgbClr val="000000">
                      <a:alpha val="43137"/>
                    </a:srgbClr>
                  </a:outerShdw>
                </a:effectLst>
              </a:rPr>
              <a:t>Session title</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rial" charset="0"/>
                <a:ea typeface="+mn-ea"/>
                <a:cs typeface="Arial" charset="0"/>
              </a:rPr>
              <a:t>Professor </a:t>
            </a:r>
            <a:r>
              <a:rPr kumimoji="0" lang="en-US" sz="2800" b="0" u="none" strike="noStrike" kern="1200" cap="none" spc="0" normalizeH="0" baseline="0" noProof="0" dirty="0">
                <a:ln>
                  <a:noFill/>
                </a:ln>
                <a:solidFill>
                  <a:prstClr val="black"/>
                </a:solidFill>
                <a:effectLst/>
                <a:uLnTx/>
                <a:uFillTx/>
                <a:latin typeface="Arial" charset="0"/>
                <a:ea typeface="+mn-ea"/>
                <a:cs typeface="Arial" charset="0"/>
              </a:rPr>
              <a:t>NAME</a:t>
            </a:r>
          </a:p>
        </p:txBody>
      </p:sp>
    </p:spTree>
    <p:extLst>
      <p:ext uri="{BB962C8B-B14F-4D97-AF65-F5344CB8AC3E}">
        <p14:creationId xmlns:p14="http://schemas.microsoft.com/office/powerpoint/2010/main" val="2759125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181600"/>
          </a:xfrm>
        </p:spPr>
        <p:txBody>
          <a:bodyPr/>
          <a:lstStyle>
            <a:lvl1pPr>
              <a:defRPr sz="2800">
                <a:solidFill>
                  <a:schemeClr val="tx1">
                    <a:lumMod val="85000"/>
                    <a:lumOff val="15000"/>
                  </a:schemeClr>
                </a:solidFill>
              </a:defRPr>
            </a:lvl1pPr>
            <a:lvl2pPr>
              <a:defRPr sz="2600">
                <a:solidFill>
                  <a:schemeClr val="tx1">
                    <a:lumMod val="85000"/>
                    <a:lumOff val="15000"/>
                  </a:schemeClr>
                </a:solidFill>
              </a:defRPr>
            </a:lvl2pPr>
            <a:lvl3pPr>
              <a:defRPr sz="2400">
                <a:solidFill>
                  <a:schemeClr val="tx1">
                    <a:lumMod val="75000"/>
                    <a:lumOff val="25000"/>
                  </a:schemeClr>
                </a:solidFill>
              </a:defRPr>
            </a:lvl3pPr>
            <a:lvl4pPr>
              <a:defRPr sz="2400">
                <a:solidFill>
                  <a:schemeClr val="tx1">
                    <a:lumMod val="75000"/>
                    <a:lumOff val="25000"/>
                  </a:schemeClr>
                </a:solidFill>
              </a:defRPr>
            </a:lvl4pPr>
            <a:lvl5pPr>
              <a:defRPr sz="24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p:cNvSpPr>
            <a:spLocks noGrp="1"/>
          </p:cNvSpPr>
          <p:nvPr>
            <p:ph type="sldNum" sz="quarter" idx="4"/>
          </p:nvPr>
        </p:nvSpPr>
        <p:spPr>
          <a:xfrm>
            <a:off x="6553200" y="6492875"/>
            <a:ext cx="2133600" cy="365125"/>
          </a:xfrm>
          <a:prstGeom prst="rect">
            <a:avLst/>
          </a:prstGeom>
        </p:spPr>
        <p:txBody>
          <a:bodyPr vert="horz" lIns="91440" tIns="45720" rIns="91440" bIns="45720" rtlCol="0" anchor="ctr"/>
          <a:lstStyle>
            <a:lvl1pPr algn="r" fontAlgn="auto">
              <a:spcBef>
                <a:spcPts val="0"/>
              </a:spcBef>
              <a:spcAft>
                <a:spcPts val="0"/>
              </a:spcAft>
              <a:defRPr sz="1100">
                <a:solidFill>
                  <a:schemeClr val="tx1">
                    <a:lumMod val="75000"/>
                    <a:lumOff val="25000"/>
                  </a:schemeClr>
                </a:solidFill>
                <a:latin typeface="+mn-lt"/>
                <a:cs typeface="+mn-cs"/>
              </a:defRPr>
            </a:lvl1pPr>
          </a:lstStyle>
          <a:p>
            <a:pPr>
              <a:defRPr/>
            </a:pPr>
            <a:fld id="{D348A61C-C33F-4F4C-AF69-6A8461361DF9}" type="slidenum">
              <a:rPr lang="en-US" smtClean="0"/>
              <a:pPr>
                <a:defRPr/>
              </a:pPr>
              <a:t>‹#›</a:t>
            </a:fld>
            <a:endParaRPr lang="en-US"/>
          </a:p>
        </p:txBody>
      </p:sp>
      <p:sp>
        <p:nvSpPr>
          <p:cNvPr id="16" name="Title Placeholder 1"/>
          <p:cNvSpPr>
            <a:spLocks noGrp="1"/>
          </p:cNvSpPr>
          <p:nvPr>
            <p:ph type="title"/>
          </p:nvPr>
        </p:nvSpPr>
        <p:spPr bwMode="auto">
          <a:xfrm>
            <a:off x="0" y="487362"/>
            <a:ext cx="9144000" cy="503238"/>
          </a:xfrm>
          <a:prstGeom prst="rect">
            <a:avLst/>
          </a:prstGeom>
          <a:solidFill>
            <a:srgbClr val="9E1B32"/>
          </a:solidFill>
          <a:ln w="9525">
            <a:noFill/>
            <a:miter lim="800000"/>
            <a:headEnd/>
            <a:tailEnd/>
          </a:ln>
        </p:spPr>
        <p:txBody>
          <a:bodyPr vert="horz" wrap="square" lIns="91440" tIns="45720" rIns="91440" bIns="45720" numCol="1" anchor="ctr" anchorCtr="0" compatLnSpc="1">
            <a:prstTxWarp prst="textNoShape">
              <a:avLst/>
            </a:prstTxWarp>
          </a:bodyPr>
          <a:lstStyle>
            <a:lvl1pPr>
              <a:defRPr sz="3600"/>
            </a:lvl1pPr>
          </a:lstStyle>
          <a:p>
            <a:pPr lvl="0"/>
            <a:r>
              <a:rPr lang="en-US" dirty="0"/>
              <a:t>Click to edit Master title style</a:t>
            </a:r>
          </a:p>
        </p:txBody>
      </p:sp>
    </p:spTree>
    <p:extLst>
      <p:ext uri="{BB962C8B-B14F-4D97-AF65-F5344CB8AC3E}">
        <p14:creationId xmlns:p14="http://schemas.microsoft.com/office/powerpoint/2010/main" val="1500079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9" name="Rectangle 7"/>
          <p:cNvSpPr>
            <a:spLocks noChangeArrowheads="1"/>
          </p:cNvSpPr>
          <p:nvPr userDrawn="1"/>
        </p:nvSpPr>
        <p:spPr bwMode="ltGray">
          <a:xfrm>
            <a:off x="4183062" y="152400"/>
            <a:ext cx="4960938" cy="392113"/>
          </a:xfrm>
          <a:prstGeom prst="rect">
            <a:avLst/>
          </a:prstGeom>
          <a:noFill/>
          <a:ln w="9525">
            <a:noFill/>
            <a:miter lim="800000"/>
            <a:headEnd/>
            <a:tailEnd/>
          </a:ln>
          <a:effectLst/>
        </p:spPr>
        <p:txBody>
          <a:bodyPr/>
          <a:lstStyle/>
          <a:p>
            <a:pPr algn="ctr"/>
            <a:r>
              <a:rPr lang="en-US" sz="2400" b="1" dirty="0">
                <a:solidFill>
                  <a:schemeClr val="bg1"/>
                </a:solidFill>
                <a:latin typeface="+mn-lt"/>
              </a:rPr>
              <a:t>Liberty Mutual </a:t>
            </a:r>
          </a:p>
          <a:p>
            <a:pPr algn="ctr"/>
            <a:r>
              <a:rPr lang="en-US" sz="2400" b="1" dirty="0">
                <a:solidFill>
                  <a:schemeClr val="bg1"/>
                </a:solidFill>
                <a:latin typeface="+mn-lt"/>
              </a:rPr>
              <a:t>Leadership Development Program </a:t>
            </a:r>
          </a:p>
        </p:txBody>
      </p:sp>
      <p:sp>
        <p:nvSpPr>
          <p:cNvPr id="10" name="Rectangle 4"/>
          <p:cNvSpPr txBox="1">
            <a:spLocks noChangeArrowheads="1"/>
          </p:cNvSpPr>
          <p:nvPr userDrawn="1"/>
        </p:nvSpPr>
        <p:spPr bwMode="auto">
          <a:xfrm>
            <a:off x="648182" y="3676650"/>
            <a:ext cx="7479166" cy="1047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Tx/>
              <a:buNone/>
              <a:defRPr sz="2800" b="1" kern="1200">
                <a:solidFill>
                  <a:schemeClr val="tx1">
                    <a:lumMod val="85000"/>
                    <a:lumOff val="15000"/>
                  </a:schemeClr>
                </a:solidFill>
                <a:latin typeface="+mn-lt"/>
                <a:ea typeface="+mn-ea"/>
                <a:cs typeface="+mn-cs"/>
              </a:defRPr>
            </a:lvl1pPr>
            <a:lvl2pPr marL="685800" indent="-284163" algn="l" rtl="0" eaLnBrk="1" fontAlgn="base" hangingPunct="1">
              <a:spcBef>
                <a:spcPct val="20000"/>
              </a:spcBef>
              <a:spcAft>
                <a:spcPct val="0"/>
              </a:spcAft>
              <a:buFont typeface="Arial" charset="0"/>
              <a:buChar char="–"/>
              <a:defRPr sz="2600" kern="1200">
                <a:solidFill>
                  <a:schemeClr val="tx1">
                    <a:lumMod val="85000"/>
                    <a:lumOff val="15000"/>
                  </a:schemeClr>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fontAlgn="auto">
              <a:spcAft>
                <a:spcPts val="0"/>
              </a:spcAft>
              <a:buNone/>
              <a:defRPr/>
            </a:pPr>
            <a:r>
              <a:rPr lang="en-US" sz="2400" b="0" dirty="0"/>
              <a:t>Leadership</a:t>
            </a:r>
            <a:r>
              <a:rPr lang="en-US" sz="2400" b="0" baseline="0" dirty="0"/>
              <a:t> in Corporate Counsel</a:t>
            </a:r>
          </a:p>
          <a:p>
            <a:pPr algn="l" fontAlgn="auto">
              <a:spcAft>
                <a:spcPts val="0"/>
              </a:spcAft>
              <a:buNone/>
              <a:defRPr/>
            </a:pPr>
            <a:r>
              <a:rPr lang="en-US" sz="2400" b="0" baseline="0" dirty="0"/>
              <a:t>June 24-27, 2015</a:t>
            </a:r>
            <a:endParaRPr lang="en-US" sz="2400" b="0"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41773" y="145370"/>
            <a:ext cx="4202227" cy="1295400"/>
          </a:xfrm>
          <a:prstGeom prst="rect">
            <a:avLst/>
          </a:prstGeom>
        </p:spPr>
      </p:pic>
      <p:sp>
        <p:nvSpPr>
          <p:cNvPr id="5" name="Rectangle 3"/>
          <p:cNvSpPr txBox="1">
            <a:spLocks noChangeArrowheads="1"/>
          </p:cNvSpPr>
          <p:nvPr userDrawn="1"/>
        </p:nvSpPr>
        <p:spPr bwMode="auto">
          <a:xfrm>
            <a:off x="648182" y="1695450"/>
            <a:ext cx="8039582" cy="1143000"/>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457200" indent="-457200" algn="l" rtl="0" eaLnBrk="1" fontAlgn="base" hangingPunct="1">
              <a:spcBef>
                <a:spcPct val="0"/>
              </a:spcBef>
              <a:spcAft>
                <a:spcPct val="0"/>
              </a:spcAft>
              <a:defRPr sz="4600" b="1" kern="1200">
                <a:solidFill>
                  <a:srgbClr val="9E1B32"/>
                </a:solidFill>
                <a:effectLst>
                  <a:outerShdw blurRad="38100" dist="38100" dir="2700000" algn="tl">
                    <a:srgbClr val="000000">
                      <a:alpha val="43137"/>
                    </a:srgbClr>
                  </a:outerShdw>
                </a:effectLst>
                <a:latin typeface="+mj-lt"/>
                <a:ea typeface="+mj-ea"/>
                <a:cs typeface="+mj-cs"/>
              </a:defRPr>
            </a:lvl1pPr>
            <a:lvl2pPr algn="l" rtl="0" eaLnBrk="1" fontAlgn="base" hangingPunct="1">
              <a:spcBef>
                <a:spcPct val="0"/>
              </a:spcBef>
              <a:spcAft>
                <a:spcPct val="0"/>
              </a:spcAft>
              <a:defRPr sz="3200" b="1">
                <a:solidFill>
                  <a:srgbClr val="262626"/>
                </a:solidFill>
                <a:latin typeface="Calibri" pitchFamily="34" charset="0"/>
              </a:defRPr>
            </a:lvl2pPr>
            <a:lvl3pPr algn="l" rtl="0" eaLnBrk="1" fontAlgn="base" hangingPunct="1">
              <a:spcBef>
                <a:spcPct val="0"/>
              </a:spcBef>
              <a:spcAft>
                <a:spcPct val="0"/>
              </a:spcAft>
              <a:defRPr sz="3200" b="1">
                <a:solidFill>
                  <a:srgbClr val="262626"/>
                </a:solidFill>
                <a:latin typeface="Calibri" pitchFamily="34" charset="0"/>
              </a:defRPr>
            </a:lvl3pPr>
            <a:lvl4pPr algn="l" rtl="0" eaLnBrk="1" fontAlgn="base" hangingPunct="1">
              <a:spcBef>
                <a:spcPct val="0"/>
              </a:spcBef>
              <a:spcAft>
                <a:spcPct val="0"/>
              </a:spcAft>
              <a:defRPr sz="3200" b="1">
                <a:solidFill>
                  <a:srgbClr val="262626"/>
                </a:solidFill>
                <a:latin typeface="Calibri" pitchFamily="34" charset="0"/>
              </a:defRPr>
            </a:lvl4pPr>
            <a:lvl5pPr algn="l" rtl="0" eaLnBrk="1" fontAlgn="base" hangingPunct="1">
              <a:spcBef>
                <a:spcPct val="0"/>
              </a:spcBef>
              <a:spcAft>
                <a:spcPct val="0"/>
              </a:spcAft>
              <a:defRPr sz="3200" b="1">
                <a:solidFill>
                  <a:srgbClr val="262626"/>
                </a:solidFill>
                <a:latin typeface="Calibri" pitchFamily="34" charset="0"/>
              </a:defRPr>
            </a:lvl5pPr>
            <a:lvl6pPr marL="457200" algn="l" rtl="0" eaLnBrk="1" fontAlgn="base" hangingPunct="1">
              <a:spcBef>
                <a:spcPct val="0"/>
              </a:spcBef>
              <a:spcAft>
                <a:spcPct val="0"/>
              </a:spcAft>
              <a:defRPr sz="3200" b="1">
                <a:solidFill>
                  <a:srgbClr val="262626"/>
                </a:solidFill>
                <a:latin typeface="Calibri" pitchFamily="34" charset="0"/>
              </a:defRPr>
            </a:lvl6pPr>
            <a:lvl7pPr marL="914400" algn="l" rtl="0" eaLnBrk="1" fontAlgn="base" hangingPunct="1">
              <a:spcBef>
                <a:spcPct val="0"/>
              </a:spcBef>
              <a:spcAft>
                <a:spcPct val="0"/>
              </a:spcAft>
              <a:defRPr sz="3200" b="1">
                <a:solidFill>
                  <a:srgbClr val="262626"/>
                </a:solidFill>
                <a:latin typeface="Calibri" pitchFamily="34" charset="0"/>
              </a:defRPr>
            </a:lvl7pPr>
            <a:lvl8pPr marL="1371600" algn="l" rtl="0" eaLnBrk="1" fontAlgn="base" hangingPunct="1">
              <a:spcBef>
                <a:spcPct val="0"/>
              </a:spcBef>
              <a:spcAft>
                <a:spcPct val="0"/>
              </a:spcAft>
              <a:defRPr sz="3200" b="1">
                <a:solidFill>
                  <a:srgbClr val="262626"/>
                </a:solidFill>
                <a:latin typeface="Calibri" pitchFamily="34" charset="0"/>
              </a:defRPr>
            </a:lvl8pPr>
            <a:lvl9pPr marL="1828800" algn="l" rtl="0" eaLnBrk="1" fontAlgn="base" hangingPunct="1">
              <a:spcBef>
                <a:spcPct val="0"/>
              </a:spcBef>
              <a:spcAft>
                <a:spcPct val="0"/>
              </a:spcAft>
              <a:defRPr sz="3200" b="1">
                <a:solidFill>
                  <a:srgbClr val="262626"/>
                </a:solidFill>
                <a:latin typeface="Calibri" pitchFamily="34" charset="0"/>
              </a:defRPr>
            </a:lvl9pPr>
          </a:lstStyle>
          <a:p>
            <a:pPr algn="l"/>
            <a:r>
              <a:rPr lang="en-US" sz="4800" dirty="0">
                <a:solidFill>
                  <a:srgbClr val="9E1B32"/>
                </a:solidFill>
                <a:effectLst>
                  <a:outerShdw blurRad="38100" dist="38100" dir="2700000" algn="tl">
                    <a:srgbClr val="000000">
                      <a:alpha val="43137"/>
                    </a:srgbClr>
                  </a:outerShdw>
                </a:effectLst>
              </a:rPr>
              <a:t>The</a:t>
            </a:r>
            <a:r>
              <a:rPr lang="en-US" sz="4800" baseline="0" dirty="0">
                <a:solidFill>
                  <a:srgbClr val="9E1B32"/>
                </a:solidFill>
                <a:effectLst>
                  <a:outerShdw blurRad="38100" dist="38100" dir="2700000" algn="tl">
                    <a:srgbClr val="000000">
                      <a:alpha val="43137"/>
                    </a:srgbClr>
                  </a:outerShdw>
                </a:effectLst>
              </a:rPr>
              <a:t> Internal Service</a:t>
            </a:r>
          </a:p>
          <a:p>
            <a:pPr algn="l"/>
            <a:r>
              <a:rPr lang="en-US" sz="4800" baseline="0" dirty="0">
                <a:solidFill>
                  <a:srgbClr val="9E1B32"/>
                </a:solidFill>
                <a:effectLst>
                  <a:outerShdw blurRad="38100" dist="38100" dir="2700000" algn="tl">
                    <a:srgbClr val="000000">
                      <a:alpha val="43137"/>
                    </a:srgbClr>
                  </a:outerShdw>
                </a:effectLst>
              </a:rPr>
              <a:t>Provider’s Dilemma </a:t>
            </a:r>
            <a:endParaRPr lang="en-US" sz="4800" dirty="0">
              <a:solidFill>
                <a:srgbClr val="9E1B32"/>
              </a:solidFill>
              <a:effectLst>
                <a:outerShdw blurRad="38100" dist="38100" dir="2700000" algn="tl">
                  <a:srgbClr val="000000">
                    <a:alpha val="43137"/>
                  </a:srgbClr>
                </a:outerShdw>
              </a:effectLst>
            </a:endParaRPr>
          </a:p>
        </p:txBody>
      </p:sp>
      <p:sp>
        <p:nvSpPr>
          <p:cNvPr id="12" name="Rectangle 4"/>
          <p:cNvSpPr txBox="1">
            <a:spLocks noChangeArrowheads="1"/>
          </p:cNvSpPr>
          <p:nvPr userDrawn="1"/>
        </p:nvSpPr>
        <p:spPr bwMode="auto">
          <a:xfrm>
            <a:off x="673582" y="3003550"/>
            <a:ext cx="7479166" cy="666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Tx/>
              <a:buNone/>
              <a:defRPr sz="2800" b="1" kern="1200">
                <a:solidFill>
                  <a:schemeClr val="tx1">
                    <a:lumMod val="85000"/>
                    <a:lumOff val="15000"/>
                  </a:schemeClr>
                </a:solidFill>
                <a:latin typeface="+mn-lt"/>
                <a:ea typeface="+mn-ea"/>
                <a:cs typeface="+mn-cs"/>
              </a:defRPr>
            </a:lvl1pPr>
            <a:lvl2pPr marL="685800" indent="-284163" algn="l" rtl="0" eaLnBrk="1" fontAlgn="base" hangingPunct="1">
              <a:spcBef>
                <a:spcPct val="20000"/>
              </a:spcBef>
              <a:spcAft>
                <a:spcPct val="0"/>
              </a:spcAft>
              <a:buFont typeface="Arial" charset="0"/>
              <a:buChar char="–"/>
              <a:defRPr sz="2600" kern="1200">
                <a:solidFill>
                  <a:schemeClr val="tx1">
                    <a:lumMod val="85000"/>
                    <a:lumOff val="15000"/>
                  </a:schemeClr>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fontAlgn="auto">
              <a:spcAft>
                <a:spcPts val="0"/>
              </a:spcAft>
              <a:buNone/>
              <a:defRPr/>
            </a:pPr>
            <a:r>
              <a:rPr lang="en-US" sz="2800" b="0" baseline="0" dirty="0">
                <a:solidFill>
                  <a:schemeClr val="tx1"/>
                </a:solidFill>
              </a:rPr>
              <a:t>Professor David Wilkins</a:t>
            </a:r>
          </a:p>
        </p:txBody>
      </p:sp>
    </p:spTree>
    <p:extLst>
      <p:ext uri="{BB962C8B-B14F-4D97-AF65-F5344CB8AC3E}">
        <p14:creationId xmlns:p14="http://schemas.microsoft.com/office/powerpoint/2010/main" val="2638088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181600"/>
          </a:xfrm>
        </p:spPr>
        <p:txBody>
          <a:bodyPr/>
          <a:lstStyle>
            <a:lvl1pPr>
              <a:defRPr sz="2800">
                <a:solidFill>
                  <a:schemeClr val="tx1">
                    <a:lumMod val="85000"/>
                    <a:lumOff val="15000"/>
                  </a:schemeClr>
                </a:solidFill>
              </a:defRPr>
            </a:lvl1pPr>
            <a:lvl2pPr>
              <a:defRPr sz="2600">
                <a:solidFill>
                  <a:schemeClr val="tx1">
                    <a:lumMod val="85000"/>
                    <a:lumOff val="15000"/>
                  </a:schemeClr>
                </a:solidFill>
              </a:defRPr>
            </a:lvl2pPr>
            <a:lvl3pPr>
              <a:defRPr sz="2400">
                <a:solidFill>
                  <a:schemeClr val="tx1">
                    <a:lumMod val="75000"/>
                    <a:lumOff val="25000"/>
                  </a:schemeClr>
                </a:solidFill>
              </a:defRPr>
            </a:lvl3pPr>
            <a:lvl4pPr>
              <a:defRPr sz="2400">
                <a:solidFill>
                  <a:schemeClr val="tx1">
                    <a:lumMod val="75000"/>
                    <a:lumOff val="25000"/>
                  </a:schemeClr>
                </a:solidFill>
              </a:defRPr>
            </a:lvl4pPr>
            <a:lvl5pPr>
              <a:defRPr sz="24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p:cNvSpPr>
            <a:spLocks noGrp="1"/>
          </p:cNvSpPr>
          <p:nvPr>
            <p:ph type="sldNum" sz="quarter" idx="4"/>
          </p:nvPr>
        </p:nvSpPr>
        <p:spPr>
          <a:xfrm>
            <a:off x="6553200" y="6492875"/>
            <a:ext cx="2133600" cy="365125"/>
          </a:xfrm>
          <a:prstGeom prst="rect">
            <a:avLst/>
          </a:prstGeom>
        </p:spPr>
        <p:txBody>
          <a:bodyPr vert="horz" lIns="91440" tIns="45720" rIns="91440" bIns="45720" rtlCol="0" anchor="ctr"/>
          <a:lstStyle>
            <a:lvl1pPr algn="r" fontAlgn="auto">
              <a:spcBef>
                <a:spcPts val="0"/>
              </a:spcBef>
              <a:spcAft>
                <a:spcPts val="0"/>
              </a:spcAft>
              <a:defRPr sz="1100">
                <a:solidFill>
                  <a:schemeClr val="tx1">
                    <a:lumMod val="75000"/>
                    <a:lumOff val="25000"/>
                  </a:schemeClr>
                </a:solidFill>
                <a:latin typeface="+mn-lt"/>
                <a:cs typeface="+mn-cs"/>
              </a:defRPr>
            </a:lvl1pPr>
          </a:lstStyle>
          <a:p>
            <a:pPr>
              <a:defRPr/>
            </a:pPr>
            <a:fld id="{D348A61C-C33F-4F4C-AF69-6A8461361DF9}" type="slidenum">
              <a:rPr lang="en-US" smtClean="0"/>
              <a:pPr>
                <a:defRPr/>
              </a:pPr>
              <a:t>‹#›</a:t>
            </a:fld>
            <a:endParaRPr lang="en-US"/>
          </a:p>
        </p:txBody>
      </p:sp>
      <p:sp>
        <p:nvSpPr>
          <p:cNvPr id="16" name="Title Placeholder 1"/>
          <p:cNvSpPr>
            <a:spLocks noGrp="1"/>
          </p:cNvSpPr>
          <p:nvPr>
            <p:ph type="title"/>
          </p:nvPr>
        </p:nvSpPr>
        <p:spPr bwMode="auto">
          <a:xfrm>
            <a:off x="0" y="487362"/>
            <a:ext cx="9144000" cy="503238"/>
          </a:xfrm>
          <a:prstGeom prst="rect">
            <a:avLst/>
          </a:prstGeom>
          <a:solidFill>
            <a:srgbClr val="9E1B32"/>
          </a:solidFill>
          <a:ln w="9525">
            <a:noFill/>
            <a:miter lim="800000"/>
            <a:headEnd/>
            <a:tailEnd/>
          </a:ln>
        </p:spPr>
        <p:txBody>
          <a:bodyPr vert="horz" wrap="square" lIns="91440" tIns="45720" rIns="91440" bIns="45720" numCol="1" anchor="ctr" anchorCtr="0" compatLnSpc="1">
            <a:prstTxWarp prst="textNoShape">
              <a:avLst/>
            </a:prstTxWarp>
          </a:bodyPr>
          <a:lstStyle>
            <a:lvl1pPr>
              <a:defRPr sz="3600"/>
            </a:lvl1pPr>
          </a:lstStyle>
          <a:p>
            <a:pPr lvl="0"/>
            <a:r>
              <a:rPr lang="en-US" dirty="0"/>
              <a:t>Click to edit Master title style</a:t>
            </a:r>
          </a:p>
        </p:txBody>
      </p:sp>
    </p:spTree>
    <p:extLst>
      <p:ext uri="{BB962C8B-B14F-4D97-AF65-F5344CB8AC3E}">
        <p14:creationId xmlns:p14="http://schemas.microsoft.com/office/powerpoint/2010/main" val="3955555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9" name="Rectangle 7"/>
          <p:cNvSpPr>
            <a:spLocks noChangeArrowheads="1"/>
          </p:cNvSpPr>
          <p:nvPr userDrawn="1"/>
        </p:nvSpPr>
        <p:spPr bwMode="ltGray">
          <a:xfrm>
            <a:off x="4183062" y="152400"/>
            <a:ext cx="4960938" cy="392113"/>
          </a:xfrm>
          <a:prstGeom prst="rect">
            <a:avLst/>
          </a:prstGeom>
          <a:noFill/>
          <a:ln w="9525">
            <a:noFill/>
            <a:miter lim="800000"/>
            <a:headEnd/>
            <a:tailEnd/>
          </a:ln>
          <a:effectLst/>
        </p:spPr>
        <p:txBody>
          <a:bodyPr/>
          <a:lstStyle/>
          <a:p>
            <a:pPr algn="ctr"/>
            <a:r>
              <a:rPr lang="en-US" sz="2400" b="1" dirty="0">
                <a:solidFill>
                  <a:schemeClr val="bg1"/>
                </a:solidFill>
                <a:latin typeface="+mn-lt"/>
              </a:rPr>
              <a:t>Liberty Mutual </a:t>
            </a:r>
          </a:p>
          <a:p>
            <a:pPr algn="ctr"/>
            <a:r>
              <a:rPr lang="en-US" sz="2400" b="1" dirty="0">
                <a:solidFill>
                  <a:schemeClr val="bg1"/>
                </a:solidFill>
                <a:latin typeface="+mn-lt"/>
              </a:rPr>
              <a:t>Leadership Development Program </a:t>
            </a:r>
          </a:p>
        </p:txBody>
      </p:sp>
      <p:sp>
        <p:nvSpPr>
          <p:cNvPr id="10" name="Rectangle 4"/>
          <p:cNvSpPr txBox="1">
            <a:spLocks noChangeArrowheads="1"/>
          </p:cNvSpPr>
          <p:nvPr userDrawn="1"/>
        </p:nvSpPr>
        <p:spPr bwMode="auto">
          <a:xfrm>
            <a:off x="685800" y="3676650"/>
            <a:ext cx="7479166" cy="1047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Tx/>
              <a:buNone/>
              <a:defRPr sz="2800" b="1" kern="1200">
                <a:solidFill>
                  <a:schemeClr val="tx1">
                    <a:lumMod val="85000"/>
                    <a:lumOff val="15000"/>
                  </a:schemeClr>
                </a:solidFill>
                <a:latin typeface="+mn-lt"/>
                <a:ea typeface="+mn-ea"/>
                <a:cs typeface="+mn-cs"/>
              </a:defRPr>
            </a:lvl1pPr>
            <a:lvl2pPr marL="685800" indent="-284163" algn="l" rtl="0" eaLnBrk="1" fontAlgn="base" hangingPunct="1">
              <a:spcBef>
                <a:spcPct val="20000"/>
              </a:spcBef>
              <a:spcAft>
                <a:spcPct val="0"/>
              </a:spcAft>
              <a:buFont typeface="Arial" charset="0"/>
              <a:buChar char="–"/>
              <a:defRPr sz="2600" kern="1200">
                <a:solidFill>
                  <a:schemeClr val="tx1">
                    <a:lumMod val="85000"/>
                    <a:lumOff val="15000"/>
                  </a:schemeClr>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fontAlgn="auto">
              <a:spcAft>
                <a:spcPts val="0"/>
              </a:spcAft>
              <a:buNone/>
              <a:defRPr/>
            </a:pPr>
            <a:r>
              <a:rPr lang="en-US" sz="2400" b="0" dirty="0"/>
              <a:t>Leadership</a:t>
            </a:r>
            <a:r>
              <a:rPr lang="en-US" sz="2400" b="0" baseline="0" dirty="0"/>
              <a:t> in Law Firms Program</a:t>
            </a:r>
          </a:p>
          <a:p>
            <a:pPr algn="l" fontAlgn="auto">
              <a:spcAft>
                <a:spcPts val="0"/>
              </a:spcAft>
              <a:buNone/>
              <a:defRPr/>
            </a:pPr>
            <a:r>
              <a:rPr lang="en-US" sz="2400" b="0" baseline="0" dirty="0"/>
              <a:t>May 17-22, 2015</a:t>
            </a:r>
            <a:endParaRPr lang="en-US" sz="2400" b="0"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33800" y="0"/>
            <a:ext cx="5424714" cy="994531"/>
          </a:xfrm>
          <a:prstGeom prst="rect">
            <a:avLst/>
          </a:prstGeom>
        </p:spPr>
      </p:pic>
      <p:sp>
        <p:nvSpPr>
          <p:cNvPr id="5" name="Rectangle 3"/>
          <p:cNvSpPr txBox="1">
            <a:spLocks noChangeArrowheads="1"/>
          </p:cNvSpPr>
          <p:nvPr userDrawn="1"/>
        </p:nvSpPr>
        <p:spPr bwMode="auto">
          <a:xfrm>
            <a:off x="685800" y="2514146"/>
            <a:ext cx="7772400" cy="1143000"/>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457200" indent="-457200" algn="l" rtl="0" eaLnBrk="1" fontAlgn="base" hangingPunct="1">
              <a:spcBef>
                <a:spcPct val="0"/>
              </a:spcBef>
              <a:spcAft>
                <a:spcPct val="0"/>
              </a:spcAft>
              <a:defRPr sz="4600" b="1" kern="1200">
                <a:solidFill>
                  <a:srgbClr val="9E1B32"/>
                </a:solidFill>
                <a:effectLst>
                  <a:outerShdw blurRad="38100" dist="38100" dir="2700000" algn="tl">
                    <a:srgbClr val="000000">
                      <a:alpha val="43137"/>
                    </a:srgbClr>
                  </a:outerShdw>
                </a:effectLst>
                <a:latin typeface="+mj-lt"/>
                <a:ea typeface="+mj-ea"/>
                <a:cs typeface="+mj-cs"/>
              </a:defRPr>
            </a:lvl1pPr>
            <a:lvl2pPr algn="l" rtl="0" eaLnBrk="1" fontAlgn="base" hangingPunct="1">
              <a:spcBef>
                <a:spcPct val="0"/>
              </a:spcBef>
              <a:spcAft>
                <a:spcPct val="0"/>
              </a:spcAft>
              <a:defRPr sz="3200" b="1">
                <a:solidFill>
                  <a:srgbClr val="262626"/>
                </a:solidFill>
                <a:latin typeface="Calibri" pitchFamily="34" charset="0"/>
              </a:defRPr>
            </a:lvl2pPr>
            <a:lvl3pPr algn="l" rtl="0" eaLnBrk="1" fontAlgn="base" hangingPunct="1">
              <a:spcBef>
                <a:spcPct val="0"/>
              </a:spcBef>
              <a:spcAft>
                <a:spcPct val="0"/>
              </a:spcAft>
              <a:defRPr sz="3200" b="1">
                <a:solidFill>
                  <a:srgbClr val="262626"/>
                </a:solidFill>
                <a:latin typeface="Calibri" pitchFamily="34" charset="0"/>
              </a:defRPr>
            </a:lvl3pPr>
            <a:lvl4pPr algn="l" rtl="0" eaLnBrk="1" fontAlgn="base" hangingPunct="1">
              <a:spcBef>
                <a:spcPct val="0"/>
              </a:spcBef>
              <a:spcAft>
                <a:spcPct val="0"/>
              </a:spcAft>
              <a:defRPr sz="3200" b="1">
                <a:solidFill>
                  <a:srgbClr val="262626"/>
                </a:solidFill>
                <a:latin typeface="Calibri" pitchFamily="34" charset="0"/>
              </a:defRPr>
            </a:lvl4pPr>
            <a:lvl5pPr algn="l" rtl="0" eaLnBrk="1" fontAlgn="base" hangingPunct="1">
              <a:spcBef>
                <a:spcPct val="0"/>
              </a:spcBef>
              <a:spcAft>
                <a:spcPct val="0"/>
              </a:spcAft>
              <a:defRPr sz="3200" b="1">
                <a:solidFill>
                  <a:srgbClr val="262626"/>
                </a:solidFill>
                <a:latin typeface="Calibri" pitchFamily="34" charset="0"/>
              </a:defRPr>
            </a:lvl5pPr>
            <a:lvl6pPr marL="457200" algn="l" rtl="0" eaLnBrk="1" fontAlgn="base" hangingPunct="1">
              <a:spcBef>
                <a:spcPct val="0"/>
              </a:spcBef>
              <a:spcAft>
                <a:spcPct val="0"/>
              </a:spcAft>
              <a:defRPr sz="3200" b="1">
                <a:solidFill>
                  <a:srgbClr val="262626"/>
                </a:solidFill>
                <a:latin typeface="Calibri" pitchFamily="34" charset="0"/>
              </a:defRPr>
            </a:lvl6pPr>
            <a:lvl7pPr marL="914400" algn="l" rtl="0" eaLnBrk="1" fontAlgn="base" hangingPunct="1">
              <a:spcBef>
                <a:spcPct val="0"/>
              </a:spcBef>
              <a:spcAft>
                <a:spcPct val="0"/>
              </a:spcAft>
              <a:defRPr sz="3200" b="1">
                <a:solidFill>
                  <a:srgbClr val="262626"/>
                </a:solidFill>
                <a:latin typeface="Calibri" pitchFamily="34" charset="0"/>
              </a:defRPr>
            </a:lvl7pPr>
            <a:lvl8pPr marL="1371600" algn="l" rtl="0" eaLnBrk="1" fontAlgn="base" hangingPunct="1">
              <a:spcBef>
                <a:spcPct val="0"/>
              </a:spcBef>
              <a:spcAft>
                <a:spcPct val="0"/>
              </a:spcAft>
              <a:defRPr sz="3200" b="1">
                <a:solidFill>
                  <a:srgbClr val="262626"/>
                </a:solidFill>
                <a:latin typeface="Calibri" pitchFamily="34" charset="0"/>
              </a:defRPr>
            </a:lvl8pPr>
            <a:lvl9pPr marL="1828800" algn="l" rtl="0" eaLnBrk="1" fontAlgn="base" hangingPunct="1">
              <a:spcBef>
                <a:spcPct val="0"/>
              </a:spcBef>
              <a:spcAft>
                <a:spcPct val="0"/>
              </a:spcAft>
              <a:defRPr sz="3200" b="1">
                <a:solidFill>
                  <a:srgbClr val="262626"/>
                </a:solidFill>
                <a:latin typeface="Calibri" pitchFamily="34" charset="0"/>
              </a:defRPr>
            </a:lvl9pPr>
          </a:lstStyle>
          <a:p>
            <a:r>
              <a:rPr lang="en-US" sz="4800" dirty="0">
                <a:solidFill>
                  <a:srgbClr val="9E1B32"/>
                </a:solidFill>
                <a:effectLst>
                  <a:outerShdw blurRad="38100" dist="38100" dir="2700000" algn="tl">
                    <a:srgbClr val="000000">
                      <a:alpha val="43137"/>
                    </a:srgbClr>
                  </a:outerShdw>
                </a:effectLst>
              </a:rPr>
              <a:t>Session title</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rial" charset="0"/>
                <a:ea typeface="+mn-ea"/>
                <a:cs typeface="Arial" charset="0"/>
              </a:rPr>
              <a:t>Professor </a:t>
            </a:r>
            <a:r>
              <a:rPr kumimoji="0" lang="en-US" sz="2800" b="0" u="none" strike="noStrike" kern="1200" cap="none" spc="0" normalizeH="0" baseline="0" noProof="0" dirty="0">
                <a:ln>
                  <a:noFill/>
                </a:ln>
                <a:solidFill>
                  <a:prstClr val="black"/>
                </a:solidFill>
                <a:effectLst/>
                <a:uLnTx/>
                <a:uFillTx/>
                <a:latin typeface="Arial" charset="0"/>
                <a:ea typeface="+mn-ea"/>
                <a:cs typeface="Arial" charset="0"/>
              </a:rPr>
              <a:t>NAME</a:t>
            </a:r>
          </a:p>
        </p:txBody>
      </p:sp>
    </p:spTree>
    <p:extLst>
      <p:ext uri="{BB962C8B-B14F-4D97-AF65-F5344CB8AC3E}">
        <p14:creationId xmlns:p14="http://schemas.microsoft.com/office/powerpoint/2010/main" val="35817031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181600"/>
          </a:xfrm>
        </p:spPr>
        <p:txBody>
          <a:bodyPr/>
          <a:lstStyle>
            <a:lvl1pPr>
              <a:defRPr sz="2800">
                <a:solidFill>
                  <a:schemeClr val="tx1">
                    <a:lumMod val="85000"/>
                    <a:lumOff val="15000"/>
                  </a:schemeClr>
                </a:solidFill>
              </a:defRPr>
            </a:lvl1pPr>
            <a:lvl2pPr>
              <a:defRPr sz="2600">
                <a:solidFill>
                  <a:schemeClr val="tx1">
                    <a:lumMod val="85000"/>
                    <a:lumOff val="15000"/>
                  </a:schemeClr>
                </a:solidFill>
              </a:defRPr>
            </a:lvl2pPr>
            <a:lvl3pPr>
              <a:defRPr sz="2400">
                <a:solidFill>
                  <a:schemeClr val="tx1">
                    <a:lumMod val="75000"/>
                    <a:lumOff val="25000"/>
                  </a:schemeClr>
                </a:solidFill>
              </a:defRPr>
            </a:lvl3pPr>
            <a:lvl4pPr>
              <a:defRPr sz="2400">
                <a:solidFill>
                  <a:schemeClr val="tx1">
                    <a:lumMod val="75000"/>
                    <a:lumOff val="25000"/>
                  </a:schemeClr>
                </a:solidFill>
              </a:defRPr>
            </a:lvl4pPr>
            <a:lvl5pPr>
              <a:defRPr sz="24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p:cNvSpPr>
            <a:spLocks noGrp="1"/>
          </p:cNvSpPr>
          <p:nvPr>
            <p:ph type="sldNum" sz="quarter" idx="4"/>
          </p:nvPr>
        </p:nvSpPr>
        <p:spPr>
          <a:xfrm>
            <a:off x="6553200" y="6492875"/>
            <a:ext cx="2133600" cy="365125"/>
          </a:xfrm>
          <a:prstGeom prst="rect">
            <a:avLst/>
          </a:prstGeom>
        </p:spPr>
        <p:txBody>
          <a:bodyPr vert="horz" lIns="91440" tIns="45720" rIns="91440" bIns="45720" rtlCol="0" anchor="ctr"/>
          <a:lstStyle>
            <a:lvl1pPr algn="r" fontAlgn="auto">
              <a:spcBef>
                <a:spcPts val="0"/>
              </a:spcBef>
              <a:spcAft>
                <a:spcPts val="0"/>
              </a:spcAft>
              <a:defRPr sz="1100">
                <a:solidFill>
                  <a:schemeClr val="tx1">
                    <a:lumMod val="75000"/>
                    <a:lumOff val="25000"/>
                  </a:schemeClr>
                </a:solidFill>
                <a:latin typeface="+mn-lt"/>
                <a:cs typeface="+mn-cs"/>
              </a:defRPr>
            </a:lvl1pPr>
          </a:lstStyle>
          <a:p>
            <a:pPr>
              <a:defRPr/>
            </a:pPr>
            <a:fld id="{D348A61C-C33F-4F4C-AF69-6A8461361DF9}" type="slidenum">
              <a:rPr lang="en-US" smtClean="0"/>
              <a:pPr>
                <a:defRPr/>
              </a:pPr>
              <a:t>‹#›</a:t>
            </a:fld>
            <a:endParaRPr lang="en-US"/>
          </a:p>
        </p:txBody>
      </p:sp>
      <p:sp>
        <p:nvSpPr>
          <p:cNvPr id="16" name="Title Placeholder 1"/>
          <p:cNvSpPr>
            <a:spLocks noGrp="1"/>
          </p:cNvSpPr>
          <p:nvPr>
            <p:ph type="title"/>
          </p:nvPr>
        </p:nvSpPr>
        <p:spPr bwMode="auto">
          <a:xfrm>
            <a:off x="0" y="487362"/>
            <a:ext cx="9144000" cy="503238"/>
          </a:xfrm>
          <a:prstGeom prst="rect">
            <a:avLst/>
          </a:prstGeom>
          <a:solidFill>
            <a:srgbClr val="9E1B32"/>
          </a:solidFill>
          <a:ln w="9525">
            <a:noFill/>
            <a:miter lim="800000"/>
            <a:headEnd/>
            <a:tailEnd/>
          </a:ln>
        </p:spPr>
        <p:txBody>
          <a:bodyPr vert="horz" wrap="square" lIns="91440" tIns="45720" rIns="91440" bIns="45720" numCol="1" anchor="ctr" anchorCtr="0" compatLnSpc="1">
            <a:prstTxWarp prst="textNoShape">
              <a:avLst/>
            </a:prstTxWarp>
          </a:bodyPr>
          <a:lstStyle>
            <a:lvl1pPr>
              <a:defRPr sz="3600"/>
            </a:lvl1pPr>
          </a:lstStyle>
          <a:p>
            <a:pPr lvl="0"/>
            <a:r>
              <a:rPr lang="en-US" dirty="0"/>
              <a:t>Click to edit Master title style</a:t>
            </a:r>
          </a:p>
        </p:txBody>
      </p:sp>
    </p:spTree>
    <p:extLst>
      <p:ext uri="{BB962C8B-B14F-4D97-AF65-F5344CB8AC3E}">
        <p14:creationId xmlns:p14="http://schemas.microsoft.com/office/powerpoint/2010/main" val="26098997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ltGray">
      <p:bgPr>
        <a:solidFill>
          <a:schemeClr val="bg1"/>
        </a:solidFill>
        <a:effectLst/>
      </p:bgPr>
    </p:bg>
    <p:spTree>
      <p:nvGrpSpPr>
        <p:cNvPr id="1" name=""/>
        <p:cNvGrpSpPr/>
        <p:nvPr/>
      </p:nvGrpSpPr>
      <p:grpSpPr>
        <a:xfrm>
          <a:off x="0" y="0"/>
          <a:ext cx="0" cy="0"/>
          <a:chOff x="0" y="0"/>
          <a:chExt cx="0" cy="0"/>
        </a:xfrm>
      </p:grpSpPr>
      <p:sp>
        <p:nvSpPr>
          <p:cNvPr id="440323" name="Rectangle 3"/>
          <p:cNvSpPr>
            <a:spLocks noGrp="1" noChangeArrowheads="1"/>
          </p:cNvSpPr>
          <p:nvPr>
            <p:ph type="ctrTitle" hasCustomPrompt="1"/>
          </p:nvPr>
        </p:nvSpPr>
        <p:spPr bwMode="auto">
          <a:xfrm>
            <a:off x="685800" y="1785937"/>
            <a:ext cx="7772400" cy="1245361"/>
          </a:xfrm>
        </p:spPr>
        <p:txBody>
          <a:bodyPr/>
          <a:lstStyle>
            <a:lvl1pPr>
              <a:defRPr kumimoji="0" lang="en-US" sz="4800" b="1" u="none" strike="noStrike" kern="1200" cap="none" spc="0" normalizeH="0" baseline="0" noProof="0" dirty="0" smtClean="0">
                <a:ln>
                  <a:noFill/>
                </a:ln>
                <a:solidFill>
                  <a:prstClr val="black"/>
                </a:solidFill>
                <a:effectLst/>
                <a:uLnTx/>
                <a:uFillTx/>
                <a:latin typeface="Arial" charset="0"/>
                <a:cs typeface="Arial" charset="0"/>
              </a:defRPr>
            </a:lvl1pPr>
          </a:lstStyle>
          <a:p>
            <a:r>
              <a:rPr lang="en-US" sz="4800" dirty="0">
                <a:solidFill>
                  <a:srgbClr val="9E1B32"/>
                </a:solidFill>
                <a:effectLst>
                  <a:outerShdw blurRad="38100" dist="38100" dir="2700000" algn="tl">
                    <a:srgbClr val="000000">
                      <a:alpha val="43137"/>
                    </a:srgbClr>
                  </a:outerShdw>
                </a:effectLst>
              </a:rPr>
              <a:t>Session title</a:t>
            </a:r>
            <a:br>
              <a:rPr lang="en-US" sz="4800" dirty="0">
                <a:solidFill>
                  <a:srgbClr val="9E1B32"/>
                </a:solidFill>
                <a:effectLst>
                  <a:outerShdw blurRad="38100" dist="38100" dir="2700000" algn="tl">
                    <a:srgbClr val="000000">
                      <a:alpha val="43137"/>
                    </a:srgbClr>
                  </a:outerShdw>
                </a:effectLst>
              </a:rPr>
            </a:br>
            <a:r>
              <a:rPr kumimoji="0" lang="en-US" sz="2800" b="0" i="0" u="none" strike="noStrike" kern="1200" cap="none" spc="0" normalizeH="0" baseline="0" noProof="0" dirty="0">
                <a:ln>
                  <a:noFill/>
                </a:ln>
                <a:solidFill>
                  <a:prstClr val="black"/>
                </a:solidFill>
                <a:effectLst/>
                <a:uLnTx/>
                <a:uFillTx/>
                <a:latin typeface="Arial" charset="0"/>
                <a:ea typeface="+mn-ea"/>
                <a:cs typeface="Arial" charset="0"/>
              </a:rPr>
              <a:t>Professor </a:t>
            </a:r>
            <a:r>
              <a:rPr kumimoji="0" lang="en-US" sz="2800" b="0" u="none" strike="noStrike" kern="1200" cap="none" spc="0" normalizeH="0" baseline="0" noProof="0" dirty="0">
                <a:ln>
                  <a:noFill/>
                </a:ln>
                <a:solidFill>
                  <a:prstClr val="black"/>
                </a:solidFill>
                <a:effectLst/>
                <a:uLnTx/>
                <a:uFillTx/>
                <a:latin typeface="Arial" charset="0"/>
                <a:ea typeface="+mn-ea"/>
                <a:cs typeface="Arial" charset="0"/>
              </a:rPr>
              <a:t>NAME</a:t>
            </a:r>
          </a:p>
        </p:txBody>
      </p:sp>
      <p:sp>
        <p:nvSpPr>
          <p:cNvPr id="440324" name="Rectangle 4"/>
          <p:cNvSpPr>
            <a:spLocks noGrp="1" noChangeArrowheads="1"/>
          </p:cNvSpPr>
          <p:nvPr>
            <p:ph type="subTitle" idx="1" hasCustomPrompt="1"/>
          </p:nvPr>
        </p:nvSpPr>
        <p:spPr bwMode="auto">
          <a:xfrm>
            <a:off x="685800" y="3028950"/>
            <a:ext cx="6400800" cy="1752600"/>
          </a:xfrm>
        </p:spPr>
        <p:txBody>
          <a:bodyPr/>
          <a:lstStyle>
            <a:lvl1pPr marL="0" indent="0" algn="l" fontAlgn="auto">
              <a:spcAft>
                <a:spcPts val="0"/>
              </a:spcAft>
              <a:buFontTx/>
              <a:buNone/>
              <a:defRPr sz="2800" b="1"/>
            </a:lvl1pPr>
          </a:lstStyle>
          <a:p>
            <a:pPr algn="l" fontAlgn="auto">
              <a:spcAft>
                <a:spcPts val="0"/>
              </a:spcAft>
              <a:buNone/>
              <a:defRPr/>
            </a:pPr>
            <a:r>
              <a:rPr lang="en-US" sz="2400" b="0" dirty="0"/>
              <a:t>Leadership</a:t>
            </a:r>
            <a:r>
              <a:rPr lang="en-US" sz="2400" b="0" baseline="0" dirty="0"/>
              <a:t> in Law Firms Program</a:t>
            </a:r>
          </a:p>
          <a:p>
            <a:pPr algn="l" fontAlgn="auto">
              <a:spcAft>
                <a:spcPts val="0"/>
              </a:spcAft>
              <a:buNone/>
              <a:defRPr/>
            </a:pPr>
            <a:r>
              <a:rPr lang="en-US" sz="2400" b="0" baseline="0" dirty="0"/>
              <a:t>May 17-22, 2015</a:t>
            </a:r>
            <a:endParaRPr lang="en-US" sz="2400" b="0" dirty="0"/>
          </a:p>
        </p:txBody>
      </p:sp>
      <p:sp>
        <p:nvSpPr>
          <p:cNvPr id="440325" name="Text Box 5"/>
          <p:cNvSpPr txBox="1">
            <a:spLocks noChangeArrowheads="1"/>
          </p:cNvSpPr>
          <p:nvPr/>
        </p:nvSpPr>
        <p:spPr bwMode="ltGray">
          <a:xfrm>
            <a:off x="187325" y="5726113"/>
            <a:ext cx="8658225" cy="942975"/>
          </a:xfrm>
          <a:prstGeom prst="rect">
            <a:avLst/>
          </a:prstGeom>
          <a:noFill/>
          <a:ln w="9525">
            <a:noFill/>
            <a:miter lim="800000"/>
            <a:headEnd/>
            <a:tailEnd/>
          </a:ln>
          <a:effectLst/>
        </p:spPr>
        <p:txBody>
          <a:bodyPr>
            <a:spAutoFit/>
          </a:bodyPr>
          <a:lstStyle/>
          <a:p>
            <a:r>
              <a:rPr lang="en-US" sz="700">
                <a:solidFill>
                  <a:schemeClr val="bg1"/>
                </a:solidFill>
                <a:latin typeface="Arial" charset="0"/>
              </a:rPr>
              <a:t>©2004 Ernst &amp; Young LLP. All rights reserved.</a:t>
            </a:r>
          </a:p>
          <a:p>
            <a:r>
              <a:rPr lang="en-US" sz="700">
                <a:solidFill>
                  <a:schemeClr val="bg1"/>
                </a:solidFill>
                <a:latin typeface="Arial" charset="0"/>
              </a:rPr>
              <a:t>This material is proprietary, confidential, and for internal use only.</a:t>
            </a:r>
          </a:p>
          <a:p>
            <a:r>
              <a:rPr lang="en-US" sz="700">
                <a:solidFill>
                  <a:schemeClr val="bg1"/>
                </a:solidFill>
                <a:latin typeface="Arial" charset="0"/>
              </a:rPr>
              <a:t>Unauthorized distribution or reproduction of this program or its contents violates firm policy and copyright laws.</a:t>
            </a:r>
          </a:p>
          <a:p>
            <a:endParaRPr lang="en-US" sz="700">
              <a:solidFill>
                <a:schemeClr val="bg1"/>
              </a:solidFill>
              <a:latin typeface="Arial" charset="0"/>
            </a:endParaRPr>
          </a:p>
          <a:p>
            <a:r>
              <a:rPr lang="en-US" sz="700">
                <a:solidFill>
                  <a:schemeClr val="bg1"/>
                </a:solidFill>
                <a:latin typeface="Arial" charset="0"/>
              </a:rPr>
              <a:t>©2004 Ashish Nanda. All rights reserved.</a:t>
            </a:r>
          </a:p>
          <a:p>
            <a:r>
              <a:rPr lang="en-US" sz="700">
                <a:solidFill>
                  <a:schemeClr val="bg1"/>
                </a:solidFill>
                <a:latin typeface="Arial" charset="0"/>
              </a:rPr>
              <a:t>This material is proprietary and confidential.</a:t>
            </a:r>
          </a:p>
          <a:p>
            <a:r>
              <a:rPr lang="en-US" sz="700">
                <a:solidFill>
                  <a:schemeClr val="bg1"/>
                </a:solidFill>
                <a:latin typeface="Arial" charset="0"/>
              </a:rPr>
              <a:t>Unauthorized distribution or reproduction of this program or its contents violates copyright laws.</a:t>
            </a:r>
          </a:p>
          <a:p>
            <a:endParaRPr lang="en-US" sz="700">
              <a:solidFill>
                <a:schemeClr val="bg1"/>
              </a:solidFill>
              <a:latin typeface="Arial" charset="0"/>
            </a:endParaRPr>
          </a:p>
        </p:txBody>
      </p:sp>
      <p:sp>
        <p:nvSpPr>
          <p:cNvPr id="440327" name="Rectangle 7"/>
          <p:cNvSpPr>
            <a:spLocks noChangeArrowheads="1"/>
          </p:cNvSpPr>
          <p:nvPr/>
        </p:nvSpPr>
        <p:spPr bwMode="ltGray">
          <a:xfrm flipV="1">
            <a:off x="6316268" y="493713"/>
            <a:ext cx="2683270" cy="227053"/>
          </a:xfrm>
          <a:prstGeom prst="rect">
            <a:avLst/>
          </a:prstGeom>
          <a:noFill/>
          <a:ln w="9525">
            <a:noFill/>
            <a:miter lim="800000"/>
            <a:headEnd/>
            <a:tailEnd/>
          </a:ln>
          <a:effectLst/>
        </p:spPr>
        <p:txBody>
          <a:bodyPr/>
          <a:lstStyle/>
          <a:p>
            <a:pPr algn="r"/>
            <a:endParaRPr lang="en-US" sz="1700" b="1" dirty="0">
              <a:solidFill>
                <a:schemeClr val="bg1"/>
              </a:solidFill>
              <a:latin typeface="Arial"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65573" y="145370"/>
            <a:ext cx="4292941" cy="1295400"/>
          </a:xfrm>
          <a:prstGeom prst="rect">
            <a:avLst/>
          </a:prstGeom>
        </p:spPr>
      </p:pic>
    </p:spTree>
    <p:extLst>
      <p:ext uri="{BB962C8B-B14F-4D97-AF65-F5344CB8AC3E}">
        <p14:creationId xmlns:p14="http://schemas.microsoft.com/office/powerpoint/2010/main" val="2714128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4633575" cy="0"/>
          </a:xfrm>
        </p:spPr>
        <p:txBody>
          <a:bodyPr/>
          <a:lstStyle>
            <a:lvl1pPr>
              <a:buClrTx/>
              <a:defRPr/>
            </a:lvl1pPr>
            <a:lvl2pPr>
              <a:buClrTx/>
              <a:defRPr/>
            </a:lvl2pPr>
            <a:lvl3pPr>
              <a:buClrTx/>
              <a:defRPr/>
            </a:lvl3pPr>
            <a:lvl4pPr>
              <a:buClrTx/>
              <a:defRPr/>
            </a:lvl4pPr>
            <a:lvl5pPr>
              <a:buClrTx/>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p:cNvSpPr>
            <a:spLocks noGrp="1"/>
          </p:cNvSpPr>
          <p:nvPr>
            <p:ph type="title"/>
          </p:nvPr>
        </p:nvSpPr>
        <p:spPr bwMode="auto">
          <a:xfrm>
            <a:off x="0" y="487362"/>
            <a:ext cx="12192000" cy="503238"/>
          </a:xfrm>
          <a:prstGeom prst="rect">
            <a:avLst/>
          </a:prstGeom>
          <a:solidFill>
            <a:srgbClr val="9E1B32"/>
          </a:solidFill>
          <a:ln w="9525">
            <a:noFill/>
            <a:miter lim="800000"/>
            <a:headEnd/>
            <a:tailEnd/>
          </a:ln>
        </p:spPr>
        <p:txBody>
          <a:bodyPr vert="horz" wrap="square" lIns="91440" tIns="45720" rIns="91440" bIns="45720" numCol="1" anchor="ctr" anchorCtr="0" compatLnSpc="1">
            <a:prstTxWarp prst="textNoShape">
              <a:avLst/>
            </a:prstTxWarp>
          </a:bodyPr>
          <a:lstStyle>
            <a:lvl1pPr>
              <a:defRPr sz="3600">
                <a:solidFill>
                  <a:schemeClr val="bg1"/>
                </a:solidFill>
              </a:defRPr>
            </a:lvl1pPr>
          </a:lstStyle>
          <a:p>
            <a:pPr lvl="0"/>
            <a:r>
              <a:rPr lang="en-US" dirty="0"/>
              <a:t>Click to edit Master title style</a:t>
            </a:r>
          </a:p>
        </p:txBody>
      </p:sp>
    </p:spTree>
    <p:extLst>
      <p:ext uri="{BB962C8B-B14F-4D97-AF65-F5344CB8AC3E}">
        <p14:creationId xmlns:p14="http://schemas.microsoft.com/office/powerpoint/2010/main" val="2869252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Placeholder 1"/>
          <p:cNvSpPr>
            <a:spLocks noGrp="1"/>
          </p:cNvSpPr>
          <p:nvPr>
            <p:ph type="title"/>
          </p:nvPr>
        </p:nvSpPr>
        <p:spPr bwMode="auto">
          <a:xfrm>
            <a:off x="0" y="487362"/>
            <a:ext cx="9144000" cy="503238"/>
          </a:xfrm>
          <a:prstGeom prst="rect">
            <a:avLst/>
          </a:prstGeom>
          <a:solidFill>
            <a:srgbClr val="9E1B32"/>
          </a:solidFill>
          <a:ln w="9525">
            <a:noFill/>
            <a:miter lim="800000"/>
            <a:headEnd/>
            <a:tailEnd/>
          </a:ln>
        </p:spPr>
        <p:txBody>
          <a:bodyPr vert="horz" wrap="square" lIns="91440" tIns="45720" rIns="91440" bIns="45720" numCol="1" anchor="ctr" anchorCtr="0" compatLnSpc="1">
            <a:prstTxWarp prst="textNoShape">
              <a:avLst/>
            </a:prstTxWarp>
          </a:bodyPr>
          <a:lstStyle>
            <a:lvl1pPr>
              <a:defRPr sz="3600">
                <a:solidFill>
                  <a:schemeClr val="bg1"/>
                </a:solidFill>
              </a:defRPr>
            </a:lvl1pPr>
          </a:lstStyle>
          <a:p>
            <a:pPr lvl="0"/>
            <a:r>
              <a:rPr lang="en-US" dirty="0"/>
              <a:t>Click to edit Master title style</a:t>
            </a:r>
          </a:p>
        </p:txBody>
      </p:sp>
    </p:spTree>
    <p:extLst>
      <p:ext uri="{BB962C8B-B14F-4D97-AF65-F5344CB8AC3E}">
        <p14:creationId xmlns:p14="http://schemas.microsoft.com/office/powerpoint/2010/main" val="24007883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1668623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14325" y="1422400"/>
            <a:ext cx="4192588" cy="4605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9313" y="1422400"/>
            <a:ext cx="4192587" cy="4605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65572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20367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effectLst/>
              </a:defRPr>
            </a:lvl1pPr>
          </a:lstStyle>
          <a:p>
            <a:r>
              <a:rPr lang="en-US" dirty="0"/>
              <a:t>Click to edit Master title style</a:t>
            </a:r>
          </a:p>
        </p:txBody>
      </p:sp>
    </p:spTree>
    <p:extLst>
      <p:ext uri="{BB962C8B-B14F-4D97-AF65-F5344CB8AC3E}">
        <p14:creationId xmlns:p14="http://schemas.microsoft.com/office/powerpoint/2010/main" val="6810879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8643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985333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227204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53870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8300" y="152400"/>
            <a:ext cx="2133600" cy="58753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14325" y="152400"/>
            <a:ext cx="6251575" cy="58753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43693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ltGray">
      <p:bgPr>
        <a:solidFill>
          <a:schemeClr val="bg1"/>
        </a:solidFill>
        <a:effectLst/>
      </p:bgPr>
    </p:bg>
    <p:spTree>
      <p:nvGrpSpPr>
        <p:cNvPr id="1" name=""/>
        <p:cNvGrpSpPr/>
        <p:nvPr/>
      </p:nvGrpSpPr>
      <p:grpSpPr>
        <a:xfrm>
          <a:off x="0" y="0"/>
          <a:ext cx="0" cy="0"/>
          <a:chOff x="0" y="0"/>
          <a:chExt cx="0" cy="0"/>
        </a:xfrm>
      </p:grpSpPr>
      <p:sp>
        <p:nvSpPr>
          <p:cNvPr id="440323" name="Rectangle 3"/>
          <p:cNvSpPr>
            <a:spLocks noGrp="1" noChangeArrowheads="1"/>
          </p:cNvSpPr>
          <p:nvPr>
            <p:ph type="ctrTitle" hasCustomPrompt="1"/>
          </p:nvPr>
        </p:nvSpPr>
        <p:spPr bwMode="auto">
          <a:xfrm>
            <a:off x="685800" y="1785939"/>
            <a:ext cx="7772400" cy="1245361"/>
          </a:xfrm>
        </p:spPr>
        <p:txBody>
          <a:bodyPr/>
          <a:lstStyle>
            <a:lvl1pPr>
              <a:defRPr kumimoji="0" lang="en-US" sz="3600" b="1" u="none" strike="noStrike" kern="1200" cap="none" spc="0" normalizeH="0" baseline="0" noProof="0" dirty="0" smtClean="0">
                <a:ln>
                  <a:noFill/>
                </a:ln>
                <a:solidFill>
                  <a:prstClr val="black"/>
                </a:solidFill>
                <a:effectLst/>
                <a:uLnTx/>
                <a:uFillTx/>
                <a:latin typeface="Arial" charset="0"/>
                <a:cs typeface="Arial" charset="0"/>
              </a:defRPr>
            </a:lvl1pPr>
          </a:lstStyle>
          <a:p>
            <a:r>
              <a:rPr lang="en-US" sz="3600" dirty="0">
                <a:solidFill>
                  <a:srgbClr val="9E1B32"/>
                </a:solidFill>
                <a:effectLst>
                  <a:outerShdw blurRad="38100" dist="38100" dir="2700000" algn="tl">
                    <a:srgbClr val="000000">
                      <a:alpha val="43137"/>
                    </a:srgbClr>
                  </a:outerShdw>
                </a:effectLst>
              </a:rPr>
              <a:t>Session title</a:t>
            </a:r>
            <a:br>
              <a:rPr lang="en-US" sz="3600" dirty="0">
                <a:solidFill>
                  <a:srgbClr val="9E1B32"/>
                </a:solidFill>
                <a:effectLst>
                  <a:outerShdw blurRad="38100" dist="38100" dir="2700000" algn="tl">
                    <a:srgbClr val="000000">
                      <a:alpha val="43137"/>
                    </a:srgbClr>
                  </a:outerShdw>
                </a:effectLst>
              </a:rPr>
            </a:br>
            <a:r>
              <a:rPr kumimoji="0" lang="en-US" sz="2100" b="0" i="0" u="none" strike="noStrike" kern="1200" cap="none" spc="0" normalizeH="0" baseline="0" noProof="0" dirty="0">
                <a:ln>
                  <a:noFill/>
                </a:ln>
                <a:solidFill>
                  <a:prstClr val="black"/>
                </a:solidFill>
                <a:effectLst/>
                <a:uLnTx/>
                <a:uFillTx/>
                <a:latin typeface="Arial" charset="0"/>
                <a:ea typeface="+mn-ea"/>
                <a:cs typeface="Arial" charset="0"/>
              </a:rPr>
              <a:t>Professor </a:t>
            </a:r>
            <a:r>
              <a:rPr kumimoji="0" lang="en-US" sz="2100" b="0" u="none" strike="noStrike" kern="1200" cap="none" spc="0" normalizeH="0" baseline="0" noProof="0" dirty="0">
                <a:ln>
                  <a:noFill/>
                </a:ln>
                <a:solidFill>
                  <a:prstClr val="black"/>
                </a:solidFill>
                <a:effectLst/>
                <a:uLnTx/>
                <a:uFillTx/>
                <a:latin typeface="Arial" charset="0"/>
                <a:ea typeface="+mn-ea"/>
                <a:cs typeface="Arial" charset="0"/>
              </a:rPr>
              <a:t>NAME</a:t>
            </a:r>
          </a:p>
        </p:txBody>
      </p:sp>
      <p:sp>
        <p:nvSpPr>
          <p:cNvPr id="440324" name="Rectangle 4"/>
          <p:cNvSpPr>
            <a:spLocks noGrp="1" noChangeArrowheads="1"/>
          </p:cNvSpPr>
          <p:nvPr>
            <p:ph type="subTitle" idx="1" hasCustomPrompt="1"/>
          </p:nvPr>
        </p:nvSpPr>
        <p:spPr bwMode="auto">
          <a:xfrm>
            <a:off x="685800" y="3028950"/>
            <a:ext cx="6400800" cy="1752600"/>
          </a:xfrm>
        </p:spPr>
        <p:txBody>
          <a:bodyPr/>
          <a:lstStyle>
            <a:lvl1pPr marL="0" indent="0" algn="l" fontAlgn="auto">
              <a:spcAft>
                <a:spcPts val="0"/>
              </a:spcAft>
              <a:buFontTx/>
              <a:buNone/>
              <a:defRPr sz="2100" b="1"/>
            </a:lvl1pPr>
          </a:lstStyle>
          <a:p>
            <a:pPr algn="l" fontAlgn="auto">
              <a:spcAft>
                <a:spcPts val="0"/>
              </a:spcAft>
              <a:buNone/>
              <a:defRPr/>
            </a:pPr>
            <a:r>
              <a:rPr lang="en-US" sz="1800" b="0" dirty="0"/>
              <a:t>Leadership</a:t>
            </a:r>
            <a:r>
              <a:rPr lang="en-US" sz="1800" b="0" baseline="0" dirty="0"/>
              <a:t> in Law Firms Program</a:t>
            </a:r>
          </a:p>
          <a:p>
            <a:pPr algn="l" fontAlgn="auto">
              <a:spcAft>
                <a:spcPts val="0"/>
              </a:spcAft>
              <a:buNone/>
              <a:defRPr/>
            </a:pPr>
            <a:r>
              <a:rPr lang="en-US" sz="1800" b="0" baseline="0" dirty="0"/>
              <a:t>May 17-22, 2015</a:t>
            </a:r>
            <a:endParaRPr lang="en-US" sz="1800" b="0" dirty="0"/>
          </a:p>
        </p:txBody>
      </p:sp>
      <p:sp>
        <p:nvSpPr>
          <p:cNvPr id="440325" name="Text Box 5"/>
          <p:cNvSpPr txBox="1">
            <a:spLocks noChangeArrowheads="1"/>
          </p:cNvSpPr>
          <p:nvPr/>
        </p:nvSpPr>
        <p:spPr bwMode="ltGray">
          <a:xfrm>
            <a:off x="187325" y="5726114"/>
            <a:ext cx="8658225" cy="738664"/>
          </a:xfrm>
          <a:prstGeom prst="rect">
            <a:avLst/>
          </a:prstGeom>
          <a:noFill/>
          <a:ln w="9525">
            <a:noFill/>
            <a:miter lim="800000"/>
            <a:headEnd/>
            <a:tailEnd/>
          </a:ln>
          <a:effectLst/>
        </p:spPr>
        <p:txBody>
          <a:bodyPr>
            <a:spAutoFit/>
          </a:bodyPr>
          <a:lstStyle/>
          <a:p>
            <a:r>
              <a:rPr lang="en-US" sz="525">
                <a:solidFill>
                  <a:schemeClr val="bg1"/>
                </a:solidFill>
                <a:latin typeface="Arial" charset="0"/>
              </a:rPr>
              <a:t>©2004 Ernst &amp; Young LLP. All rights reserved.</a:t>
            </a:r>
          </a:p>
          <a:p>
            <a:r>
              <a:rPr lang="en-US" sz="525">
                <a:solidFill>
                  <a:schemeClr val="bg1"/>
                </a:solidFill>
                <a:latin typeface="Arial" charset="0"/>
              </a:rPr>
              <a:t>This material is proprietary, confidential, and for internal use only.</a:t>
            </a:r>
          </a:p>
          <a:p>
            <a:r>
              <a:rPr lang="en-US" sz="525">
                <a:solidFill>
                  <a:schemeClr val="bg1"/>
                </a:solidFill>
                <a:latin typeface="Arial" charset="0"/>
              </a:rPr>
              <a:t>Unauthorized distribution or reproduction of this program or its contents violates firm policy and copyright laws.</a:t>
            </a:r>
          </a:p>
          <a:p>
            <a:endParaRPr lang="en-US" sz="525">
              <a:solidFill>
                <a:schemeClr val="bg1"/>
              </a:solidFill>
              <a:latin typeface="Arial" charset="0"/>
            </a:endParaRPr>
          </a:p>
          <a:p>
            <a:r>
              <a:rPr lang="en-US" sz="525">
                <a:solidFill>
                  <a:schemeClr val="bg1"/>
                </a:solidFill>
                <a:latin typeface="Arial" charset="0"/>
              </a:rPr>
              <a:t>©2004 Ashish Nanda. All rights reserved.</a:t>
            </a:r>
          </a:p>
          <a:p>
            <a:r>
              <a:rPr lang="en-US" sz="525">
                <a:solidFill>
                  <a:schemeClr val="bg1"/>
                </a:solidFill>
                <a:latin typeface="Arial" charset="0"/>
              </a:rPr>
              <a:t>This material is proprietary and confidential.</a:t>
            </a:r>
          </a:p>
          <a:p>
            <a:r>
              <a:rPr lang="en-US" sz="525">
                <a:solidFill>
                  <a:schemeClr val="bg1"/>
                </a:solidFill>
                <a:latin typeface="Arial" charset="0"/>
              </a:rPr>
              <a:t>Unauthorized distribution or reproduction of this program or its contents violates copyright laws.</a:t>
            </a:r>
          </a:p>
          <a:p>
            <a:endParaRPr lang="en-US" sz="525">
              <a:solidFill>
                <a:schemeClr val="bg1"/>
              </a:solidFill>
              <a:latin typeface="Arial" charset="0"/>
            </a:endParaRPr>
          </a:p>
        </p:txBody>
      </p:sp>
      <p:sp>
        <p:nvSpPr>
          <p:cNvPr id="440327" name="Rectangle 7"/>
          <p:cNvSpPr>
            <a:spLocks noChangeArrowheads="1"/>
          </p:cNvSpPr>
          <p:nvPr/>
        </p:nvSpPr>
        <p:spPr bwMode="ltGray">
          <a:xfrm flipV="1">
            <a:off x="6316269" y="493715"/>
            <a:ext cx="2683270" cy="227053"/>
          </a:xfrm>
          <a:prstGeom prst="rect">
            <a:avLst/>
          </a:prstGeom>
          <a:noFill/>
          <a:ln w="9525">
            <a:noFill/>
            <a:miter lim="800000"/>
            <a:headEnd/>
            <a:tailEnd/>
          </a:ln>
          <a:effectLst/>
        </p:spPr>
        <p:txBody>
          <a:bodyPr/>
          <a:lstStyle/>
          <a:p>
            <a:pPr algn="r"/>
            <a:endParaRPr lang="en-US" sz="1275" b="1" dirty="0">
              <a:solidFill>
                <a:schemeClr val="bg1"/>
              </a:solidFill>
              <a:latin typeface="Arial"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65574" y="145370"/>
            <a:ext cx="4292941" cy="1295400"/>
          </a:xfrm>
          <a:prstGeom prst="rect">
            <a:avLst/>
          </a:prstGeom>
        </p:spPr>
      </p:pic>
    </p:spTree>
    <p:extLst>
      <p:ext uri="{BB962C8B-B14F-4D97-AF65-F5344CB8AC3E}">
        <p14:creationId xmlns:p14="http://schemas.microsoft.com/office/powerpoint/2010/main" val="30128441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4633575" cy="0"/>
          </a:xfrm>
        </p:spPr>
        <p:txBody>
          <a:bodyPr/>
          <a:lstStyle>
            <a:lvl1pPr>
              <a:buClrTx/>
              <a:defRPr/>
            </a:lvl1pPr>
            <a:lvl2pPr>
              <a:buClrTx/>
              <a:defRPr/>
            </a:lvl2pPr>
            <a:lvl3pPr>
              <a:buClrTx/>
              <a:defRPr/>
            </a:lvl3pPr>
            <a:lvl4pPr>
              <a:buClrTx/>
              <a:defRPr/>
            </a:lvl4pPr>
            <a:lvl5pPr>
              <a:buClrTx/>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p:cNvSpPr>
            <a:spLocks noGrp="1"/>
          </p:cNvSpPr>
          <p:nvPr>
            <p:ph type="title"/>
          </p:nvPr>
        </p:nvSpPr>
        <p:spPr bwMode="auto">
          <a:xfrm>
            <a:off x="0" y="487362"/>
            <a:ext cx="12192000" cy="503238"/>
          </a:xfrm>
          <a:prstGeom prst="rect">
            <a:avLst/>
          </a:prstGeom>
          <a:solidFill>
            <a:srgbClr val="9E1B32"/>
          </a:solidFill>
          <a:ln w="9525">
            <a:noFill/>
            <a:miter lim="800000"/>
            <a:headEnd/>
            <a:tailEnd/>
          </a:ln>
        </p:spPr>
        <p:txBody>
          <a:bodyPr vert="horz" wrap="square" lIns="91440" tIns="45720" rIns="91440" bIns="45720" numCol="1" anchor="ctr" anchorCtr="0" compatLnSpc="1">
            <a:prstTxWarp prst="textNoShape">
              <a:avLst/>
            </a:prstTxWarp>
          </a:bodyPr>
          <a:lstStyle>
            <a:lvl1pPr>
              <a:defRPr sz="2700">
                <a:solidFill>
                  <a:schemeClr val="bg1"/>
                </a:solidFill>
              </a:defRPr>
            </a:lvl1pPr>
          </a:lstStyle>
          <a:p>
            <a:pPr lvl="0"/>
            <a:r>
              <a:rPr lang="en-US" dirty="0"/>
              <a:t>Click to edit Master title style</a:t>
            </a:r>
          </a:p>
        </p:txBody>
      </p:sp>
    </p:spTree>
    <p:extLst>
      <p:ext uri="{BB962C8B-B14F-4D97-AF65-F5344CB8AC3E}">
        <p14:creationId xmlns:p14="http://schemas.microsoft.com/office/powerpoint/2010/main" val="31552605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Placeholder 1"/>
          <p:cNvSpPr>
            <a:spLocks noGrp="1"/>
          </p:cNvSpPr>
          <p:nvPr>
            <p:ph type="title"/>
          </p:nvPr>
        </p:nvSpPr>
        <p:spPr bwMode="auto">
          <a:xfrm>
            <a:off x="0" y="487362"/>
            <a:ext cx="9144000" cy="503238"/>
          </a:xfrm>
          <a:prstGeom prst="rect">
            <a:avLst/>
          </a:prstGeom>
          <a:solidFill>
            <a:srgbClr val="9E1B32"/>
          </a:solidFill>
          <a:ln w="9525">
            <a:noFill/>
            <a:miter lim="800000"/>
            <a:headEnd/>
            <a:tailEnd/>
          </a:ln>
        </p:spPr>
        <p:txBody>
          <a:bodyPr vert="horz" wrap="square" lIns="91440" tIns="45720" rIns="91440" bIns="45720" numCol="1" anchor="ctr" anchorCtr="0" compatLnSpc="1">
            <a:prstTxWarp prst="textNoShape">
              <a:avLst/>
            </a:prstTxWarp>
          </a:bodyPr>
          <a:lstStyle>
            <a:lvl1pPr>
              <a:defRPr sz="2700">
                <a:solidFill>
                  <a:schemeClr val="bg1"/>
                </a:solidFill>
              </a:defRPr>
            </a:lvl1pPr>
          </a:lstStyle>
          <a:p>
            <a:pPr lvl="0"/>
            <a:r>
              <a:rPr lang="en-US" dirty="0"/>
              <a:t>Click to edit Master title style</a:t>
            </a:r>
          </a:p>
        </p:txBody>
      </p:sp>
    </p:spTree>
    <p:extLst>
      <p:ext uri="{BB962C8B-B14F-4D97-AF65-F5344CB8AC3E}">
        <p14:creationId xmlns:p14="http://schemas.microsoft.com/office/powerpoint/2010/main" val="26581213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2316871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14325" y="1422400"/>
            <a:ext cx="4192588" cy="4605338"/>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9314" y="1422400"/>
            <a:ext cx="4192587" cy="4605338"/>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44442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89993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effectLst/>
              </a:defRPr>
            </a:lvl1pPr>
          </a:lstStyle>
          <a:p>
            <a:r>
              <a:rPr lang="en-US" dirty="0"/>
              <a:t>Click to edit Master title style</a:t>
            </a:r>
          </a:p>
        </p:txBody>
      </p:sp>
    </p:spTree>
    <p:extLst>
      <p:ext uri="{BB962C8B-B14F-4D97-AF65-F5344CB8AC3E}">
        <p14:creationId xmlns:p14="http://schemas.microsoft.com/office/powerpoint/2010/main" val="26438799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65461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21570553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26999442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15310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8300" y="152400"/>
            <a:ext cx="2133600" cy="58753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14326" y="152400"/>
            <a:ext cx="6251575" cy="58753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89049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2.xml"/><Relationship Id="rId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3.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128518C-2936-4C78-9CD9-E104ACD6316F}"/>
              </a:ext>
            </a:extLst>
          </p:cNvPr>
          <p:cNvGraphicFramePr>
            <a:graphicFrameLocks noChangeAspect="1"/>
          </p:cNvGraphicFramePr>
          <p:nvPr userDrawn="1">
            <p:custDataLst>
              <p:tags r:id="rId4"/>
            </p:custDataLst>
          </p:nvPr>
        </p:nvGraphicFramePr>
        <p:xfrm>
          <a:off x="1191" y="1588"/>
          <a:ext cx="1190" cy="1588"/>
        </p:xfrm>
        <a:graphic>
          <a:graphicData uri="http://schemas.openxmlformats.org/presentationml/2006/ole">
            <mc:AlternateContent xmlns:mc="http://schemas.openxmlformats.org/markup-compatibility/2006">
              <mc:Choice xmlns:v="urn:schemas-microsoft-com:vml" Requires="v">
                <p:oleObj name="think-cell Slide" r:id="rId6" imgW="396" imgH="396" progId="TCLayout.ActiveDocument.1">
                  <p:embed/>
                </p:oleObj>
              </mc:Choice>
              <mc:Fallback>
                <p:oleObj name="think-cell Slide" r:id="rId6" imgW="396" imgH="396" progId="TCLayout.ActiveDocument.1">
                  <p:embed/>
                  <p:pic>
                    <p:nvPicPr>
                      <p:cNvPr id="5" name="Object 4" hidden="1">
                        <a:extLst>
                          <a:ext uri="{FF2B5EF4-FFF2-40B4-BE49-F238E27FC236}">
                            <a16:creationId xmlns:a16="http://schemas.microsoft.com/office/drawing/2014/main" id="{D128518C-2936-4C78-9CD9-E104ACD6316F}"/>
                          </a:ext>
                        </a:extLst>
                      </p:cNvPr>
                      <p:cNvPicPr/>
                      <p:nvPr/>
                    </p:nvPicPr>
                    <p:blipFill>
                      <a:blip r:embed="rId7"/>
                      <a:stretch>
                        <a:fillRect/>
                      </a:stretch>
                    </p:blipFill>
                    <p:spPr>
                      <a:xfrm>
                        <a:off x="1191" y="1588"/>
                        <a:ext cx="1190"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6EE1B85-16CD-42E1-A90C-FCA9355EB677}"/>
              </a:ext>
            </a:extLst>
          </p:cNvPr>
          <p:cNvSpPr/>
          <p:nvPr userDrawn="1">
            <p:custDataLst>
              <p:tags r:id="rId5"/>
            </p:custDataLst>
          </p:nvPr>
        </p:nvSpPr>
        <p:spPr>
          <a:xfrm>
            <a:off x="0" y="0"/>
            <a:ext cx="119001" cy="1587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t" anchorCtr="0">
            <a:noAutofit/>
          </a:bodyPr>
          <a:lstStyle/>
          <a:p>
            <a:pPr marL="0" lvl="0" indent="0" algn="ctr"/>
            <a:endParaRPr lang="en-US" sz="1798" b="0" i="0" baseline="0" dirty="0">
              <a:solidFill>
                <a:schemeClr val="tx1"/>
              </a:solidFill>
              <a:latin typeface="EYInterstate Light" panose="02000506000000020004" pitchFamily="2" charset="0"/>
              <a:ea typeface="+mj-ea"/>
              <a:cs typeface="Arial" panose="020B0604020202020204" pitchFamily="34" charset="0"/>
              <a:sym typeface="EYInterstate Light" panose="02000506000000020004" pitchFamily="2" charset="0"/>
            </a:endParaRPr>
          </a:p>
        </p:txBody>
      </p:sp>
      <p:sp>
        <p:nvSpPr>
          <p:cNvPr id="2" name="Title Placeholder 1"/>
          <p:cNvSpPr>
            <a:spLocks noGrp="1"/>
          </p:cNvSpPr>
          <p:nvPr>
            <p:ph type="title"/>
          </p:nvPr>
        </p:nvSpPr>
        <p:spPr>
          <a:xfrm>
            <a:off x="457201" y="294200"/>
            <a:ext cx="82296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457201" y="1137920"/>
            <a:ext cx="82296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9" name="Group 4">
            <a:extLst>
              <a:ext uri="{FF2B5EF4-FFF2-40B4-BE49-F238E27FC236}">
                <a16:creationId xmlns:a16="http://schemas.microsoft.com/office/drawing/2014/main" id="{ABA621AC-91DA-4716-A450-56540FA39C36}"/>
              </a:ext>
            </a:extLst>
          </p:cNvPr>
          <p:cNvGrpSpPr>
            <a:grpSpLocks noChangeAspect="1"/>
          </p:cNvGrpSpPr>
          <p:nvPr userDrawn="1"/>
        </p:nvGrpSpPr>
        <p:grpSpPr bwMode="auto">
          <a:xfrm>
            <a:off x="8833461" y="6415985"/>
            <a:ext cx="227291" cy="311150"/>
            <a:chOff x="7110" y="4004"/>
            <a:chExt cx="191" cy="196"/>
          </a:xfrm>
        </p:grpSpPr>
        <p:sp>
          <p:nvSpPr>
            <p:cNvPr id="11" name="Freeform 5">
              <a:extLst>
                <a:ext uri="{FF2B5EF4-FFF2-40B4-BE49-F238E27FC236}">
                  <a16:creationId xmlns:a16="http://schemas.microsoft.com/office/drawing/2014/main" id="{76E3EDA9-8EAC-419E-8C11-4E1E158AF762}"/>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349" dirty="0"/>
            </a:p>
          </p:txBody>
        </p:sp>
        <p:sp>
          <p:nvSpPr>
            <p:cNvPr id="12" name="Freeform 6">
              <a:extLst>
                <a:ext uri="{FF2B5EF4-FFF2-40B4-BE49-F238E27FC236}">
                  <a16:creationId xmlns:a16="http://schemas.microsoft.com/office/drawing/2014/main" id="{ABC9458B-8C2C-486A-8ADE-F22CCDC7E2F8}"/>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349" dirty="0"/>
            </a:p>
          </p:txBody>
        </p:sp>
        <p:sp>
          <p:nvSpPr>
            <p:cNvPr id="14" name="Freeform 7">
              <a:extLst>
                <a:ext uri="{FF2B5EF4-FFF2-40B4-BE49-F238E27FC236}">
                  <a16:creationId xmlns:a16="http://schemas.microsoft.com/office/drawing/2014/main" id="{0A4C4046-69B4-41DA-AA2E-E892AEC9AA90}"/>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349" dirty="0"/>
            </a:p>
          </p:txBody>
        </p:sp>
      </p:grpSp>
    </p:spTree>
    <p:extLst>
      <p:ext uri="{BB962C8B-B14F-4D97-AF65-F5344CB8AC3E}">
        <p14:creationId xmlns:p14="http://schemas.microsoft.com/office/powerpoint/2010/main" val="1806113321"/>
      </p:ext>
    </p:extLst>
  </p:cSld>
  <p:clrMap bg1="lt1" tx1="dk1" bg2="lt2" tx2="dk2" accent1="accent1" accent2="accent2" accent3="accent3" accent4="accent4" accent5="accent5" accent6="accent6" hlink="hlink" folHlink="folHlink"/>
  <p:sldLayoutIdLst>
    <p:sldLayoutId id="2147483676" r:id="rId1"/>
    <p:sldLayoutId id="2147483677" r:id="rId2"/>
  </p:sldLayoutIdLst>
  <p:hf hdr="0"/>
  <p:txStyles>
    <p:titleStyle>
      <a:lvl1pPr algn="l" defTabSz="913943" rtl="0" eaLnBrk="1" latinLnBrk="0" hangingPunct="1">
        <a:lnSpc>
          <a:spcPct val="85000"/>
        </a:lnSpc>
        <a:spcBef>
          <a:spcPct val="0"/>
        </a:spcBef>
        <a:buNone/>
        <a:defRPr sz="2399" b="0" kern="1200">
          <a:solidFill>
            <a:schemeClr val="bg1"/>
          </a:solidFill>
          <a:latin typeface="EYInterstate Light" panose="02000506000000020004" pitchFamily="2" charset="0"/>
          <a:ea typeface="+mj-ea"/>
          <a:cs typeface="Arial" pitchFamily="34" charset="0"/>
        </a:defRPr>
      </a:lvl1pPr>
    </p:titleStyle>
    <p:body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487362"/>
            <a:ext cx="12192000" cy="579438"/>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295400"/>
            <a:ext cx="112776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4"/>
          <p:cNvSpPr txBox="1">
            <a:spLocks/>
          </p:cNvSpPr>
          <p:nvPr userDrawn="1"/>
        </p:nvSpPr>
        <p:spPr>
          <a:xfrm>
            <a:off x="0" y="6492875"/>
            <a:ext cx="30480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lumMod val="65000"/>
                    <a:lumOff val="3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chemeClr val="tx1">
                  <a:lumMod val="75000"/>
                  <a:lumOff val="25000"/>
                </a:schemeClr>
              </a:solidFill>
              <a:effectLst/>
              <a:uLnTx/>
              <a:uFillTx/>
              <a:latin typeface="+mj-lt"/>
              <a:ea typeface="+mn-ea"/>
              <a:cs typeface="+mn-cs"/>
            </a:endParaRPr>
          </a:p>
        </p:txBody>
      </p:sp>
      <p:sp>
        <p:nvSpPr>
          <p:cNvPr id="6" name="Slide Number Placeholder 5"/>
          <p:cNvSpPr>
            <a:spLocks noGrp="1"/>
          </p:cNvSpPr>
          <p:nvPr>
            <p:ph type="sldNum" sz="quarter" idx="4"/>
          </p:nvPr>
        </p:nvSpPr>
        <p:spPr>
          <a:xfrm>
            <a:off x="9601200" y="6492875"/>
            <a:ext cx="2133600" cy="365125"/>
          </a:xfrm>
          <a:prstGeom prst="rect">
            <a:avLst/>
          </a:prstGeom>
        </p:spPr>
        <p:txBody>
          <a:bodyPr vert="horz" lIns="91440" tIns="45720" rIns="91440" bIns="45720" rtlCol="0" anchor="ctr"/>
          <a:lstStyle>
            <a:lvl1pPr algn="r" fontAlgn="auto">
              <a:spcBef>
                <a:spcPts val="0"/>
              </a:spcBef>
              <a:spcAft>
                <a:spcPts val="0"/>
              </a:spcAft>
              <a:defRPr sz="1100">
                <a:solidFill>
                  <a:schemeClr val="tx1">
                    <a:lumMod val="75000"/>
                    <a:lumOff val="25000"/>
                  </a:schemeClr>
                </a:solidFill>
                <a:latin typeface="+mn-lt"/>
                <a:cs typeface="+mn-cs"/>
              </a:defRPr>
            </a:lvl1pPr>
          </a:lstStyle>
          <a:p>
            <a:pPr>
              <a:defRPr/>
            </a:pPr>
            <a:fld id="{D348A61C-C33F-4F4C-AF69-6A8461361DF9}" type="slidenum">
              <a:rPr lang="en-US" smtClean="0"/>
              <a:pPr>
                <a:defRPr/>
              </a:pPr>
              <a:t>‹#›</a:t>
            </a:fld>
            <a:endParaRPr lang="en-US"/>
          </a:p>
        </p:txBody>
      </p:sp>
    </p:spTree>
    <p:extLst>
      <p:ext uri="{BB962C8B-B14F-4D97-AF65-F5344CB8AC3E}">
        <p14:creationId xmlns:p14="http://schemas.microsoft.com/office/powerpoint/2010/main" val="135958917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5" r:id="rId3"/>
    <p:sldLayoutId id="2147483706" r:id="rId4"/>
    <p:sldLayoutId id="2147483956" r:id="rId5"/>
    <p:sldLayoutId id="2147483957" r:id="rId6"/>
    <p:sldLayoutId id="2147484231" r:id="rId7"/>
    <p:sldLayoutId id="2147484232" r:id="rId8"/>
    <p:sldLayoutId id="2147484233" r:id="rId9"/>
    <p:sldLayoutId id="2147484234" r:id="rId10"/>
    <p:sldLayoutId id="2147484235" r:id="rId11"/>
    <p:sldLayoutId id="2147484236" r:id="rId12"/>
  </p:sldLayoutIdLst>
  <p:hf hdr="0" ftr="0" dt="0"/>
  <p:txStyles>
    <p:titleStyle>
      <a:lvl1pPr marL="457200" indent="0" algn="l" rtl="0" eaLnBrk="1" fontAlgn="base" hangingPunct="1">
        <a:spcBef>
          <a:spcPct val="0"/>
        </a:spcBef>
        <a:spcAft>
          <a:spcPct val="0"/>
        </a:spcAft>
        <a:defRPr sz="3400" b="1" kern="1200">
          <a:solidFill>
            <a:schemeClr val="bg1"/>
          </a:solidFill>
          <a:latin typeface="+mj-lt"/>
          <a:ea typeface="+mj-ea"/>
          <a:cs typeface="+mj-cs"/>
        </a:defRPr>
      </a:lvl1pPr>
      <a:lvl2pPr algn="l" rtl="0" eaLnBrk="1" fontAlgn="base" hangingPunct="1">
        <a:spcBef>
          <a:spcPct val="0"/>
        </a:spcBef>
        <a:spcAft>
          <a:spcPct val="0"/>
        </a:spcAft>
        <a:defRPr sz="3200" b="1">
          <a:solidFill>
            <a:srgbClr val="262626"/>
          </a:solidFill>
          <a:latin typeface="Calibri" pitchFamily="34" charset="0"/>
        </a:defRPr>
      </a:lvl2pPr>
      <a:lvl3pPr algn="l" rtl="0" eaLnBrk="1" fontAlgn="base" hangingPunct="1">
        <a:spcBef>
          <a:spcPct val="0"/>
        </a:spcBef>
        <a:spcAft>
          <a:spcPct val="0"/>
        </a:spcAft>
        <a:defRPr sz="3200" b="1">
          <a:solidFill>
            <a:srgbClr val="262626"/>
          </a:solidFill>
          <a:latin typeface="Calibri" pitchFamily="34" charset="0"/>
        </a:defRPr>
      </a:lvl3pPr>
      <a:lvl4pPr algn="l" rtl="0" eaLnBrk="1" fontAlgn="base" hangingPunct="1">
        <a:spcBef>
          <a:spcPct val="0"/>
        </a:spcBef>
        <a:spcAft>
          <a:spcPct val="0"/>
        </a:spcAft>
        <a:defRPr sz="3200" b="1">
          <a:solidFill>
            <a:srgbClr val="262626"/>
          </a:solidFill>
          <a:latin typeface="Calibri" pitchFamily="34" charset="0"/>
        </a:defRPr>
      </a:lvl4pPr>
      <a:lvl5pPr algn="l" rtl="0" eaLnBrk="1" fontAlgn="base" hangingPunct="1">
        <a:spcBef>
          <a:spcPct val="0"/>
        </a:spcBef>
        <a:spcAft>
          <a:spcPct val="0"/>
        </a:spcAft>
        <a:defRPr sz="3200" b="1">
          <a:solidFill>
            <a:srgbClr val="262626"/>
          </a:solidFill>
          <a:latin typeface="Calibri" pitchFamily="34" charset="0"/>
        </a:defRPr>
      </a:lvl5pPr>
      <a:lvl6pPr marL="457200" algn="l" rtl="0" eaLnBrk="1" fontAlgn="base" hangingPunct="1">
        <a:spcBef>
          <a:spcPct val="0"/>
        </a:spcBef>
        <a:spcAft>
          <a:spcPct val="0"/>
        </a:spcAft>
        <a:defRPr sz="3200" b="1">
          <a:solidFill>
            <a:srgbClr val="262626"/>
          </a:solidFill>
          <a:latin typeface="Calibri" pitchFamily="34" charset="0"/>
        </a:defRPr>
      </a:lvl6pPr>
      <a:lvl7pPr marL="914400" algn="l" rtl="0" eaLnBrk="1" fontAlgn="base" hangingPunct="1">
        <a:spcBef>
          <a:spcPct val="0"/>
        </a:spcBef>
        <a:spcAft>
          <a:spcPct val="0"/>
        </a:spcAft>
        <a:defRPr sz="3200" b="1">
          <a:solidFill>
            <a:srgbClr val="262626"/>
          </a:solidFill>
          <a:latin typeface="Calibri" pitchFamily="34" charset="0"/>
        </a:defRPr>
      </a:lvl7pPr>
      <a:lvl8pPr marL="1371600" algn="l" rtl="0" eaLnBrk="1" fontAlgn="base" hangingPunct="1">
        <a:spcBef>
          <a:spcPct val="0"/>
        </a:spcBef>
        <a:spcAft>
          <a:spcPct val="0"/>
        </a:spcAft>
        <a:defRPr sz="3200" b="1">
          <a:solidFill>
            <a:srgbClr val="262626"/>
          </a:solidFill>
          <a:latin typeface="Calibri" pitchFamily="34" charset="0"/>
        </a:defRPr>
      </a:lvl8pPr>
      <a:lvl9pPr marL="1828800" algn="l" rtl="0" eaLnBrk="1" fontAlgn="base" hangingPunct="1">
        <a:spcBef>
          <a:spcPct val="0"/>
        </a:spcBef>
        <a:spcAft>
          <a:spcPct val="0"/>
        </a:spcAft>
        <a:defRPr sz="3200" b="1">
          <a:solidFill>
            <a:srgbClr val="262626"/>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2800" kern="1200">
          <a:solidFill>
            <a:schemeClr val="tx1">
              <a:lumMod val="85000"/>
              <a:lumOff val="15000"/>
            </a:schemeClr>
          </a:solidFill>
          <a:latin typeface="+mn-lt"/>
          <a:ea typeface="+mn-ea"/>
          <a:cs typeface="+mn-cs"/>
        </a:defRPr>
      </a:lvl1pPr>
      <a:lvl2pPr marL="685800" indent="-284163" algn="l" rtl="0" eaLnBrk="1" fontAlgn="base" hangingPunct="1">
        <a:spcBef>
          <a:spcPct val="20000"/>
        </a:spcBef>
        <a:spcAft>
          <a:spcPct val="0"/>
        </a:spcAft>
        <a:buFont typeface="Arial" charset="0"/>
        <a:buChar char="–"/>
        <a:defRPr sz="2600" kern="1200">
          <a:solidFill>
            <a:schemeClr val="tx1">
              <a:lumMod val="85000"/>
              <a:lumOff val="15000"/>
            </a:schemeClr>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9299" name="Rectangle 3"/>
          <p:cNvSpPr>
            <a:spLocks noGrp="1" noChangeArrowheads="1"/>
          </p:cNvSpPr>
          <p:nvPr>
            <p:ph type="title"/>
          </p:nvPr>
        </p:nvSpPr>
        <p:spPr bwMode="black">
          <a:xfrm>
            <a:off x="314325" y="152400"/>
            <a:ext cx="11585575" cy="1143000"/>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439300" name="Rectangle 4"/>
          <p:cNvSpPr>
            <a:spLocks noGrp="1" noChangeArrowheads="1"/>
          </p:cNvSpPr>
          <p:nvPr>
            <p:ph type="body" idx="1"/>
          </p:nvPr>
        </p:nvSpPr>
        <p:spPr bwMode="gray">
          <a:xfrm>
            <a:off x="314325" y="1422400"/>
            <a:ext cx="11585575" cy="4605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9302" name="Rectangle 6"/>
          <p:cNvSpPr>
            <a:spLocks noChangeArrowheads="1"/>
          </p:cNvSpPr>
          <p:nvPr/>
        </p:nvSpPr>
        <p:spPr bwMode="ltGray">
          <a:xfrm>
            <a:off x="5843588" y="6105525"/>
            <a:ext cx="471487" cy="457200"/>
          </a:xfrm>
          <a:prstGeom prst="rect">
            <a:avLst/>
          </a:prstGeom>
          <a:noFill/>
          <a:ln w="9525">
            <a:noFill/>
            <a:miter lim="800000"/>
            <a:headEnd/>
            <a:tailEnd/>
          </a:ln>
          <a:effectLst/>
        </p:spPr>
        <p:txBody>
          <a:bodyPr/>
          <a:lstStyle/>
          <a:p>
            <a:pPr algn="r"/>
            <a:fld id="{2F6A26B0-A946-46AC-BC31-299B7B096FC2}" type="slidenum">
              <a:rPr lang="en-US" sz="1500" b="1">
                <a:solidFill>
                  <a:schemeClr val="bg1"/>
                </a:solidFill>
                <a:latin typeface="Arial" charset="0"/>
              </a:rPr>
              <a:pPr algn="r"/>
              <a:t>‹#›</a:t>
            </a:fld>
            <a:endParaRPr lang="en-US" sz="1500" b="1">
              <a:solidFill>
                <a:schemeClr val="bg1"/>
              </a:solidFill>
              <a:latin typeface="Arial" charset="0"/>
            </a:endParaRPr>
          </a:p>
        </p:txBody>
      </p:sp>
      <p:sp>
        <p:nvSpPr>
          <p:cNvPr id="439305" name="Text Box 9"/>
          <p:cNvSpPr txBox="1">
            <a:spLocks noChangeArrowheads="1"/>
          </p:cNvSpPr>
          <p:nvPr userDrawn="1"/>
        </p:nvSpPr>
        <p:spPr bwMode="auto">
          <a:xfrm>
            <a:off x="11509375" y="6427287"/>
            <a:ext cx="369888" cy="274638"/>
          </a:xfrm>
          <a:prstGeom prst="rect">
            <a:avLst/>
          </a:prstGeom>
          <a:noFill/>
          <a:ln w="12700">
            <a:noFill/>
            <a:miter lim="800000"/>
            <a:headEnd/>
            <a:tailEnd/>
          </a:ln>
          <a:effectLst/>
        </p:spPr>
        <p:txBody>
          <a:bodyPr wrap="none">
            <a:spAutoFit/>
          </a:bodyPr>
          <a:lstStyle/>
          <a:p>
            <a:fld id="{4533F4BA-AA8F-4D6A-84E7-FFABC8EF8F1A}" type="slidenum">
              <a:rPr lang="en-US" sz="1200">
                <a:latin typeface="Arial" charset="0"/>
              </a:rPr>
              <a:pPr/>
              <a:t>‹#›</a:t>
            </a:fld>
            <a:endParaRPr lang="en-US" sz="1200" dirty="0">
              <a:latin typeface="Arial" charset="0"/>
            </a:endParaRPr>
          </a:p>
        </p:txBody>
      </p:sp>
      <p:sp>
        <p:nvSpPr>
          <p:cNvPr id="7" name="Footer Placeholder 4"/>
          <p:cNvSpPr txBox="1">
            <a:spLocks/>
          </p:cNvSpPr>
          <p:nvPr userDrawn="1"/>
        </p:nvSpPr>
        <p:spPr>
          <a:xfrm>
            <a:off x="0" y="6492875"/>
            <a:ext cx="30480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lumMod val="65000"/>
                    <a:lumOff val="3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chemeClr val="tx1">
                  <a:lumMod val="75000"/>
                  <a:lumOff val="25000"/>
                </a:schemeClr>
              </a:solidFill>
              <a:effectLst/>
              <a:uLnTx/>
              <a:uFillTx/>
              <a:latin typeface="+mj-lt"/>
              <a:ea typeface="+mn-ea"/>
              <a:cs typeface="+mn-cs"/>
            </a:endParaRPr>
          </a:p>
        </p:txBody>
      </p:sp>
    </p:spTree>
    <p:extLst>
      <p:ext uri="{BB962C8B-B14F-4D97-AF65-F5344CB8AC3E}">
        <p14:creationId xmlns:p14="http://schemas.microsoft.com/office/powerpoint/2010/main" val="697243138"/>
      </p:ext>
    </p:extLst>
  </p:cSld>
  <p:clrMap bg1="lt1" tx1="dk1" bg2="lt2" tx2="dk2" accent1="accent1" accent2="accent2" accent3="accent3" accent4="accent4" accent5="accent5" accent6="accent6" hlink="hlink" folHlink="folHlink"/>
  <p:sldLayoutIdLst>
    <p:sldLayoutId id="2147484173" r:id="rId1"/>
    <p:sldLayoutId id="2147484174" r:id="rId2"/>
    <p:sldLayoutId id="2147484175" r:id="rId3"/>
    <p:sldLayoutId id="2147484176" r:id="rId4"/>
    <p:sldLayoutId id="2147484177" r:id="rId5"/>
    <p:sldLayoutId id="2147484178" r:id="rId6"/>
    <p:sldLayoutId id="2147484179" r:id="rId7"/>
    <p:sldLayoutId id="2147484180" r:id="rId8"/>
    <p:sldLayoutId id="2147484181" r:id="rId9"/>
    <p:sldLayoutId id="2147484182" r:id="rId10"/>
    <p:sldLayoutId id="2147484183" r:id="rId11"/>
    <p:sldLayoutId id="2147484184" r:id="rId12"/>
  </p:sldLayoutIdLst>
  <p:txStyles>
    <p:titleStyle>
      <a:lvl1pPr algn="l" rtl="0" fontAlgn="base">
        <a:spcBef>
          <a:spcPct val="0"/>
        </a:spcBef>
        <a:spcAft>
          <a:spcPct val="0"/>
        </a:spcAft>
        <a:defRPr sz="4000" b="1">
          <a:solidFill>
            <a:srgbClr val="0097ED"/>
          </a:solidFill>
          <a:latin typeface="+mj-lt"/>
          <a:ea typeface="+mj-ea"/>
          <a:cs typeface="+mj-cs"/>
        </a:defRPr>
      </a:lvl1pPr>
      <a:lvl2pPr algn="l" rtl="0" fontAlgn="base">
        <a:spcBef>
          <a:spcPct val="0"/>
        </a:spcBef>
        <a:spcAft>
          <a:spcPct val="0"/>
        </a:spcAft>
        <a:defRPr sz="4000" b="1">
          <a:solidFill>
            <a:srgbClr val="0097ED"/>
          </a:solidFill>
          <a:latin typeface="Arial Narrow" pitchFamily="34" charset="0"/>
        </a:defRPr>
      </a:lvl2pPr>
      <a:lvl3pPr algn="l" rtl="0" fontAlgn="base">
        <a:spcBef>
          <a:spcPct val="0"/>
        </a:spcBef>
        <a:spcAft>
          <a:spcPct val="0"/>
        </a:spcAft>
        <a:defRPr sz="4000" b="1">
          <a:solidFill>
            <a:srgbClr val="0097ED"/>
          </a:solidFill>
          <a:latin typeface="Arial Narrow" pitchFamily="34" charset="0"/>
        </a:defRPr>
      </a:lvl3pPr>
      <a:lvl4pPr algn="l" rtl="0" fontAlgn="base">
        <a:spcBef>
          <a:spcPct val="0"/>
        </a:spcBef>
        <a:spcAft>
          <a:spcPct val="0"/>
        </a:spcAft>
        <a:defRPr sz="4000" b="1">
          <a:solidFill>
            <a:srgbClr val="0097ED"/>
          </a:solidFill>
          <a:latin typeface="Arial Narrow" pitchFamily="34" charset="0"/>
        </a:defRPr>
      </a:lvl4pPr>
      <a:lvl5pPr algn="l" rtl="0" fontAlgn="base">
        <a:spcBef>
          <a:spcPct val="0"/>
        </a:spcBef>
        <a:spcAft>
          <a:spcPct val="0"/>
        </a:spcAft>
        <a:defRPr sz="4000" b="1">
          <a:solidFill>
            <a:srgbClr val="0097ED"/>
          </a:solidFill>
          <a:latin typeface="Arial Narrow" pitchFamily="34" charset="0"/>
        </a:defRPr>
      </a:lvl5pPr>
      <a:lvl6pPr marL="457200" algn="l" rtl="0" fontAlgn="base">
        <a:spcBef>
          <a:spcPct val="0"/>
        </a:spcBef>
        <a:spcAft>
          <a:spcPct val="0"/>
        </a:spcAft>
        <a:defRPr sz="4000" b="1">
          <a:solidFill>
            <a:srgbClr val="0097ED"/>
          </a:solidFill>
          <a:latin typeface="Arial Narrow" pitchFamily="34" charset="0"/>
        </a:defRPr>
      </a:lvl6pPr>
      <a:lvl7pPr marL="914400" algn="l" rtl="0" fontAlgn="base">
        <a:spcBef>
          <a:spcPct val="0"/>
        </a:spcBef>
        <a:spcAft>
          <a:spcPct val="0"/>
        </a:spcAft>
        <a:defRPr sz="4000" b="1">
          <a:solidFill>
            <a:srgbClr val="0097ED"/>
          </a:solidFill>
          <a:latin typeface="Arial Narrow" pitchFamily="34" charset="0"/>
        </a:defRPr>
      </a:lvl7pPr>
      <a:lvl8pPr marL="1371600" algn="l" rtl="0" fontAlgn="base">
        <a:spcBef>
          <a:spcPct val="0"/>
        </a:spcBef>
        <a:spcAft>
          <a:spcPct val="0"/>
        </a:spcAft>
        <a:defRPr sz="4000" b="1">
          <a:solidFill>
            <a:srgbClr val="0097ED"/>
          </a:solidFill>
          <a:latin typeface="Arial Narrow" pitchFamily="34" charset="0"/>
        </a:defRPr>
      </a:lvl8pPr>
      <a:lvl9pPr marL="1828800" algn="l" rtl="0" fontAlgn="base">
        <a:spcBef>
          <a:spcPct val="0"/>
        </a:spcBef>
        <a:spcAft>
          <a:spcPct val="0"/>
        </a:spcAft>
        <a:defRPr sz="4000" b="1">
          <a:solidFill>
            <a:srgbClr val="0097ED"/>
          </a:solidFill>
          <a:latin typeface="Arial Narrow" pitchFamily="34" charset="0"/>
        </a:defRPr>
      </a:lvl9pPr>
    </p:titleStyle>
    <p:bodyStyle>
      <a:lvl1pPr marL="342900" indent="-342900" algn="l" rtl="0" fontAlgn="base">
        <a:spcBef>
          <a:spcPct val="20000"/>
        </a:spcBef>
        <a:spcAft>
          <a:spcPct val="0"/>
        </a:spcAft>
        <a:buClr>
          <a:srgbClr val="0097ED"/>
        </a:buClr>
        <a:buChar char="•"/>
        <a:defRPr sz="3000">
          <a:solidFill>
            <a:schemeClr val="tx1"/>
          </a:solidFill>
          <a:latin typeface="+mn-lt"/>
          <a:ea typeface="+mn-ea"/>
          <a:cs typeface="+mn-cs"/>
        </a:defRPr>
      </a:lvl1pPr>
      <a:lvl2pPr marL="742950" indent="-285750" algn="l" rtl="0" fontAlgn="base">
        <a:spcBef>
          <a:spcPct val="20000"/>
        </a:spcBef>
        <a:spcAft>
          <a:spcPct val="0"/>
        </a:spcAft>
        <a:buClr>
          <a:srgbClr val="0097ED"/>
        </a:buClr>
        <a:buChar char="–"/>
        <a:defRPr sz="2400">
          <a:solidFill>
            <a:schemeClr val="tx1"/>
          </a:solidFill>
          <a:latin typeface="+mn-lt"/>
        </a:defRPr>
      </a:lvl2pPr>
      <a:lvl3pPr marL="1143000" indent="-228600" algn="l" rtl="0" fontAlgn="base">
        <a:spcBef>
          <a:spcPct val="20000"/>
        </a:spcBef>
        <a:spcAft>
          <a:spcPct val="0"/>
        </a:spcAft>
        <a:buClr>
          <a:srgbClr val="0097ED"/>
        </a:buClr>
        <a:buChar char="•"/>
        <a:defRPr sz="2400">
          <a:solidFill>
            <a:schemeClr val="tx1"/>
          </a:solidFill>
          <a:latin typeface="+mn-lt"/>
        </a:defRPr>
      </a:lvl3pPr>
      <a:lvl4pPr marL="1600200" indent="-228600" algn="l" rtl="0" fontAlgn="base">
        <a:spcBef>
          <a:spcPct val="20000"/>
        </a:spcBef>
        <a:spcAft>
          <a:spcPct val="0"/>
        </a:spcAft>
        <a:buClr>
          <a:srgbClr val="0097ED"/>
        </a:buClr>
        <a:buChar char="–"/>
        <a:defRPr sz="2000">
          <a:solidFill>
            <a:schemeClr val="tx1"/>
          </a:solidFill>
          <a:latin typeface="+mn-lt"/>
        </a:defRPr>
      </a:lvl4pPr>
      <a:lvl5pPr marL="2057400" indent="-228600" algn="l" rtl="0" fontAlgn="base">
        <a:spcBef>
          <a:spcPct val="20000"/>
        </a:spcBef>
        <a:spcAft>
          <a:spcPct val="0"/>
        </a:spcAft>
        <a:buClr>
          <a:srgbClr val="0097ED"/>
        </a:buClr>
        <a:buChar char="•"/>
        <a:defRPr>
          <a:solidFill>
            <a:schemeClr val="tx1"/>
          </a:solidFill>
          <a:latin typeface="+mn-lt"/>
        </a:defRPr>
      </a:lvl5pPr>
      <a:lvl6pPr marL="2514600" indent="-228600" algn="l" rtl="0" fontAlgn="base">
        <a:spcBef>
          <a:spcPct val="20000"/>
        </a:spcBef>
        <a:spcAft>
          <a:spcPct val="0"/>
        </a:spcAft>
        <a:buClr>
          <a:srgbClr val="0097ED"/>
        </a:buClr>
        <a:buChar char="•"/>
        <a:defRPr>
          <a:solidFill>
            <a:schemeClr val="tx1"/>
          </a:solidFill>
          <a:latin typeface="+mn-lt"/>
        </a:defRPr>
      </a:lvl6pPr>
      <a:lvl7pPr marL="2971800" indent="-228600" algn="l" rtl="0" fontAlgn="base">
        <a:spcBef>
          <a:spcPct val="20000"/>
        </a:spcBef>
        <a:spcAft>
          <a:spcPct val="0"/>
        </a:spcAft>
        <a:buClr>
          <a:srgbClr val="0097ED"/>
        </a:buClr>
        <a:buChar char="•"/>
        <a:defRPr>
          <a:solidFill>
            <a:schemeClr val="tx1"/>
          </a:solidFill>
          <a:latin typeface="+mn-lt"/>
        </a:defRPr>
      </a:lvl7pPr>
      <a:lvl8pPr marL="3429000" indent="-228600" algn="l" rtl="0" fontAlgn="base">
        <a:spcBef>
          <a:spcPct val="20000"/>
        </a:spcBef>
        <a:spcAft>
          <a:spcPct val="0"/>
        </a:spcAft>
        <a:buClr>
          <a:srgbClr val="0097ED"/>
        </a:buClr>
        <a:buChar char="•"/>
        <a:defRPr>
          <a:solidFill>
            <a:schemeClr val="tx1"/>
          </a:solidFill>
          <a:latin typeface="+mn-lt"/>
        </a:defRPr>
      </a:lvl8pPr>
      <a:lvl9pPr marL="3886200" indent="-228600" algn="l" rtl="0" fontAlgn="base">
        <a:spcBef>
          <a:spcPct val="20000"/>
        </a:spcBef>
        <a:spcAft>
          <a:spcPct val="0"/>
        </a:spcAft>
        <a:buClr>
          <a:srgbClr val="0097ED"/>
        </a:buClr>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9299" name="Rectangle 3"/>
          <p:cNvSpPr>
            <a:spLocks noGrp="1" noChangeArrowheads="1"/>
          </p:cNvSpPr>
          <p:nvPr>
            <p:ph type="title"/>
          </p:nvPr>
        </p:nvSpPr>
        <p:spPr bwMode="black">
          <a:xfrm>
            <a:off x="314326" y="152400"/>
            <a:ext cx="11585575" cy="1143000"/>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439300" name="Rectangle 4"/>
          <p:cNvSpPr>
            <a:spLocks noGrp="1" noChangeArrowheads="1"/>
          </p:cNvSpPr>
          <p:nvPr>
            <p:ph type="body" idx="1"/>
          </p:nvPr>
        </p:nvSpPr>
        <p:spPr bwMode="gray">
          <a:xfrm>
            <a:off x="314326" y="1422400"/>
            <a:ext cx="11585575" cy="46053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9302" name="Rectangle 6"/>
          <p:cNvSpPr>
            <a:spLocks noChangeArrowheads="1"/>
          </p:cNvSpPr>
          <p:nvPr/>
        </p:nvSpPr>
        <p:spPr bwMode="ltGray">
          <a:xfrm>
            <a:off x="5843589" y="6105525"/>
            <a:ext cx="471487" cy="457200"/>
          </a:xfrm>
          <a:prstGeom prst="rect">
            <a:avLst/>
          </a:prstGeom>
          <a:noFill/>
          <a:ln w="9525">
            <a:noFill/>
            <a:miter lim="800000"/>
            <a:headEnd/>
            <a:tailEnd/>
          </a:ln>
          <a:effectLst/>
        </p:spPr>
        <p:txBody>
          <a:bodyPr/>
          <a:lstStyle/>
          <a:p>
            <a:pPr algn="r"/>
            <a:fld id="{2F6A26B0-A946-46AC-BC31-299B7B096FC2}" type="slidenum">
              <a:rPr lang="en-US" sz="1125" b="1">
                <a:solidFill>
                  <a:schemeClr val="bg1"/>
                </a:solidFill>
                <a:latin typeface="Arial" charset="0"/>
              </a:rPr>
              <a:pPr algn="r"/>
              <a:t>‹#›</a:t>
            </a:fld>
            <a:endParaRPr lang="en-US" sz="1125" b="1">
              <a:solidFill>
                <a:schemeClr val="bg1"/>
              </a:solidFill>
              <a:latin typeface="Arial" charset="0"/>
            </a:endParaRPr>
          </a:p>
        </p:txBody>
      </p:sp>
      <p:sp>
        <p:nvSpPr>
          <p:cNvPr id="439305" name="Text Box 9"/>
          <p:cNvSpPr txBox="1">
            <a:spLocks noChangeArrowheads="1"/>
          </p:cNvSpPr>
          <p:nvPr userDrawn="1"/>
        </p:nvSpPr>
        <p:spPr bwMode="auto">
          <a:xfrm>
            <a:off x="11509375" y="6427287"/>
            <a:ext cx="325730" cy="230832"/>
          </a:xfrm>
          <a:prstGeom prst="rect">
            <a:avLst/>
          </a:prstGeom>
          <a:noFill/>
          <a:ln w="12700">
            <a:noFill/>
            <a:miter lim="800000"/>
            <a:headEnd/>
            <a:tailEnd/>
          </a:ln>
          <a:effectLst/>
        </p:spPr>
        <p:txBody>
          <a:bodyPr wrap="none">
            <a:spAutoFit/>
          </a:bodyPr>
          <a:lstStyle/>
          <a:p>
            <a:fld id="{4533F4BA-AA8F-4D6A-84E7-FFABC8EF8F1A}" type="slidenum">
              <a:rPr lang="en-US" sz="900">
                <a:latin typeface="Arial" charset="0"/>
              </a:rPr>
              <a:pPr/>
              <a:t>‹#›</a:t>
            </a:fld>
            <a:endParaRPr lang="en-US" sz="900" dirty="0">
              <a:latin typeface="Arial" charset="0"/>
            </a:endParaRPr>
          </a:p>
        </p:txBody>
      </p:sp>
      <p:sp>
        <p:nvSpPr>
          <p:cNvPr id="7" name="Footer Placeholder 4"/>
          <p:cNvSpPr txBox="1">
            <a:spLocks/>
          </p:cNvSpPr>
          <p:nvPr userDrawn="1"/>
        </p:nvSpPr>
        <p:spPr>
          <a:xfrm>
            <a:off x="0" y="6492877"/>
            <a:ext cx="3048000" cy="365125"/>
          </a:xfrm>
          <a:prstGeom prst="rect">
            <a:avLst/>
          </a:prstGeom>
        </p:spPr>
        <p:txBody>
          <a:bodyPr vert="horz" lIns="68580" tIns="34290" rIns="68580" bIns="34290" rtlCol="0" anchor="ctr"/>
          <a:lstStyle>
            <a:lvl1pPr algn="l" fontAlgn="auto">
              <a:spcBef>
                <a:spcPts val="0"/>
              </a:spcBef>
              <a:spcAft>
                <a:spcPts val="0"/>
              </a:spcAft>
              <a:defRPr sz="1200">
                <a:solidFill>
                  <a:schemeClr val="tx1">
                    <a:lumMod val="65000"/>
                    <a:lumOff val="35000"/>
                  </a:schemeClr>
                </a:solidFill>
                <a:latin typeface="+mn-lt"/>
                <a:cs typeface="+mn-cs"/>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schemeClr val="tx1">
                  <a:lumMod val="75000"/>
                  <a:lumOff val="25000"/>
                </a:schemeClr>
              </a:solidFill>
              <a:effectLst/>
              <a:uLnTx/>
              <a:uFillTx/>
              <a:latin typeface="+mj-lt"/>
              <a:ea typeface="+mn-ea"/>
              <a:cs typeface="+mn-cs"/>
            </a:endParaRPr>
          </a:p>
        </p:txBody>
      </p:sp>
    </p:spTree>
    <p:extLst>
      <p:ext uri="{BB962C8B-B14F-4D97-AF65-F5344CB8AC3E}">
        <p14:creationId xmlns:p14="http://schemas.microsoft.com/office/powerpoint/2010/main" val="2749539386"/>
      </p:ext>
    </p:extLst>
  </p:cSld>
  <p:clrMap bg1="lt1" tx1="dk1" bg2="lt2" tx2="dk2" accent1="accent1" accent2="accent2" accent3="accent3" accent4="accent4" accent5="accent5" accent6="accent6" hlink="hlink" folHlink="folHlink"/>
  <p:sldLayoutIdLst>
    <p:sldLayoutId id="2147484218" r:id="rId1"/>
    <p:sldLayoutId id="2147484219" r:id="rId2"/>
    <p:sldLayoutId id="2147484220" r:id="rId3"/>
    <p:sldLayoutId id="2147484221" r:id="rId4"/>
    <p:sldLayoutId id="2147484222" r:id="rId5"/>
    <p:sldLayoutId id="2147484223" r:id="rId6"/>
    <p:sldLayoutId id="2147484224" r:id="rId7"/>
    <p:sldLayoutId id="2147484225" r:id="rId8"/>
    <p:sldLayoutId id="2147484226" r:id="rId9"/>
    <p:sldLayoutId id="2147484227" r:id="rId10"/>
    <p:sldLayoutId id="2147484228" r:id="rId11"/>
    <p:sldLayoutId id="2147484229" r:id="rId12"/>
  </p:sldLayoutIdLst>
  <p:txStyles>
    <p:titleStyle>
      <a:lvl1pPr algn="l" rtl="0" fontAlgn="base">
        <a:spcBef>
          <a:spcPct val="0"/>
        </a:spcBef>
        <a:spcAft>
          <a:spcPct val="0"/>
        </a:spcAft>
        <a:defRPr sz="3000" b="1">
          <a:solidFill>
            <a:srgbClr val="0097ED"/>
          </a:solidFill>
          <a:latin typeface="+mj-lt"/>
          <a:ea typeface="+mj-ea"/>
          <a:cs typeface="+mj-cs"/>
        </a:defRPr>
      </a:lvl1pPr>
      <a:lvl2pPr algn="l" rtl="0" fontAlgn="base">
        <a:spcBef>
          <a:spcPct val="0"/>
        </a:spcBef>
        <a:spcAft>
          <a:spcPct val="0"/>
        </a:spcAft>
        <a:defRPr sz="3000" b="1">
          <a:solidFill>
            <a:srgbClr val="0097ED"/>
          </a:solidFill>
          <a:latin typeface="Arial Narrow" pitchFamily="34" charset="0"/>
        </a:defRPr>
      </a:lvl2pPr>
      <a:lvl3pPr algn="l" rtl="0" fontAlgn="base">
        <a:spcBef>
          <a:spcPct val="0"/>
        </a:spcBef>
        <a:spcAft>
          <a:spcPct val="0"/>
        </a:spcAft>
        <a:defRPr sz="3000" b="1">
          <a:solidFill>
            <a:srgbClr val="0097ED"/>
          </a:solidFill>
          <a:latin typeface="Arial Narrow" pitchFamily="34" charset="0"/>
        </a:defRPr>
      </a:lvl3pPr>
      <a:lvl4pPr algn="l" rtl="0" fontAlgn="base">
        <a:spcBef>
          <a:spcPct val="0"/>
        </a:spcBef>
        <a:spcAft>
          <a:spcPct val="0"/>
        </a:spcAft>
        <a:defRPr sz="3000" b="1">
          <a:solidFill>
            <a:srgbClr val="0097ED"/>
          </a:solidFill>
          <a:latin typeface="Arial Narrow" pitchFamily="34" charset="0"/>
        </a:defRPr>
      </a:lvl4pPr>
      <a:lvl5pPr algn="l" rtl="0" fontAlgn="base">
        <a:spcBef>
          <a:spcPct val="0"/>
        </a:spcBef>
        <a:spcAft>
          <a:spcPct val="0"/>
        </a:spcAft>
        <a:defRPr sz="3000" b="1">
          <a:solidFill>
            <a:srgbClr val="0097ED"/>
          </a:solidFill>
          <a:latin typeface="Arial Narrow" pitchFamily="34" charset="0"/>
        </a:defRPr>
      </a:lvl5pPr>
      <a:lvl6pPr marL="342900" algn="l" rtl="0" fontAlgn="base">
        <a:spcBef>
          <a:spcPct val="0"/>
        </a:spcBef>
        <a:spcAft>
          <a:spcPct val="0"/>
        </a:spcAft>
        <a:defRPr sz="3000" b="1">
          <a:solidFill>
            <a:srgbClr val="0097ED"/>
          </a:solidFill>
          <a:latin typeface="Arial Narrow" pitchFamily="34" charset="0"/>
        </a:defRPr>
      </a:lvl6pPr>
      <a:lvl7pPr marL="685800" algn="l" rtl="0" fontAlgn="base">
        <a:spcBef>
          <a:spcPct val="0"/>
        </a:spcBef>
        <a:spcAft>
          <a:spcPct val="0"/>
        </a:spcAft>
        <a:defRPr sz="3000" b="1">
          <a:solidFill>
            <a:srgbClr val="0097ED"/>
          </a:solidFill>
          <a:latin typeface="Arial Narrow" pitchFamily="34" charset="0"/>
        </a:defRPr>
      </a:lvl7pPr>
      <a:lvl8pPr marL="1028700" algn="l" rtl="0" fontAlgn="base">
        <a:spcBef>
          <a:spcPct val="0"/>
        </a:spcBef>
        <a:spcAft>
          <a:spcPct val="0"/>
        </a:spcAft>
        <a:defRPr sz="3000" b="1">
          <a:solidFill>
            <a:srgbClr val="0097ED"/>
          </a:solidFill>
          <a:latin typeface="Arial Narrow" pitchFamily="34" charset="0"/>
        </a:defRPr>
      </a:lvl8pPr>
      <a:lvl9pPr marL="1371600" algn="l" rtl="0" fontAlgn="base">
        <a:spcBef>
          <a:spcPct val="0"/>
        </a:spcBef>
        <a:spcAft>
          <a:spcPct val="0"/>
        </a:spcAft>
        <a:defRPr sz="3000" b="1">
          <a:solidFill>
            <a:srgbClr val="0097ED"/>
          </a:solidFill>
          <a:latin typeface="Arial Narrow" pitchFamily="34" charset="0"/>
        </a:defRPr>
      </a:lvl9pPr>
    </p:titleStyle>
    <p:bodyStyle>
      <a:lvl1pPr marL="257175" indent="-257175" algn="l" rtl="0" fontAlgn="base">
        <a:spcBef>
          <a:spcPct val="20000"/>
        </a:spcBef>
        <a:spcAft>
          <a:spcPct val="0"/>
        </a:spcAft>
        <a:buClr>
          <a:srgbClr val="0097ED"/>
        </a:buClr>
        <a:buChar char="•"/>
        <a:defRPr sz="2250">
          <a:solidFill>
            <a:schemeClr val="tx1"/>
          </a:solidFill>
          <a:latin typeface="+mn-lt"/>
          <a:ea typeface="+mn-ea"/>
          <a:cs typeface="+mn-cs"/>
        </a:defRPr>
      </a:lvl1pPr>
      <a:lvl2pPr marL="557213" indent="-214313" algn="l" rtl="0" fontAlgn="base">
        <a:spcBef>
          <a:spcPct val="20000"/>
        </a:spcBef>
        <a:spcAft>
          <a:spcPct val="0"/>
        </a:spcAft>
        <a:buClr>
          <a:srgbClr val="0097ED"/>
        </a:buClr>
        <a:buChar char="–"/>
        <a:defRPr sz="1800">
          <a:solidFill>
            <a:schemeClr val="tx1"/>
          </a:solidFill>
          <a:latin typeface="+mn-lt"/>
        </a:defRPr>
      </a:lvl2pPr>
      <a:lvl3pPr marL="857250" indent="-171450" algn="l" rtl="0" fontAlgn="base">
        <a:spcBef>
          <a:spcPct val="20000"/>
        </a:spcBef>
        <a:spcAft>
          <a:spcPct val="0"/>
        </a:spcAft>
        <a:buClr>
          <a:srgbClr val="0097ED"/>
        </a:buClr>
        <a:buChar char="•"/>
        <a:defRPr sz="1800">
          <a:solidFill>
            <a:schemeClr val="tx1"/>
          </a:solidFill>
          <a:latin typeface="+mn-lt"/>
        </a:defRPr>
      </a:lvl3pPr>
      <a:lvl4pPr marL="1200150" indent="-171450" algn="l" rtl="0" fontAlgn="base">
        <a:spcBef>
          <a:spcPct val="20000"/>
        </a:spcBef>
        <a:spcAft>
          <a:spcPct val="0"/>
        </a:spcAft>
        <a:buClr>
          <a:srgbClr val="0097ED"/>
        </a:buClr>
        <a:buChar char="–"/>
        <a:defRPr sz="1500">
          <a:solidFill>
            <a:schemeClr val="tx1"/>
          </a:solidFill>
          <a:latin typeface="+mn-lt"/>
        </a:defRPr>
      </a:lvl4pPr>
      <a:lvl5pPr marL="1543050" indent="-171450" algn="l" rtl="0" fontAlgn="base">
        <a:spcBef>
          <a:spcPct val="20000"/>
        </a:spcBef>
        <a:spcAft>
          <a:spcPct val="0"/>
        </a:spcAft>
        <a:buClr>
          <a:srgbClr val="0097ED"/>
        </a:buClr>
        <a:buChar char="•"/>
        <a:defRPr>
          <a:solidFill>
            <a:schemeClr val="tx1"/>
          </a:solidFill>
          <a:latin typeface="+mn-lt"/>
        </a:defRPr>
      </a:lvl5pPr>
      <a:lvl6pPr marL="1885950" indent="-171450" algn="l" rtl="0" fontAlgn="base">
        <a:spcBef>
          <a:spcPct val="20000"/>
        </a:spcBef>
        <a:spcAft>
          <a:spcPct val="0"/>
        </a:spcAft>
        <a:buClr>
          <a:srgbClr val="0097ED"/>
        </a:buClr>
        <a:buChar char="•"/>
        <a:defRPr>
          <a:solidFill>
            <a:schemeClr val="tx1"/>
          </a:solidFill>
          <a:latin typeface="+mn-lt"/>
        </a:defRPr>
      </a:lvl6pPr>
      <a:lvl7pPr marL="2228850" indent="-171450" algn="l" rtl="0" fontAlgn="base">
        <a:spcBef>
          <a:spcPct val="20000"/>
        </a:spcBef>
        <a:spcAft>
          <a:spcPct val="0"/>
        </a:spcAft>
        <a:buClr>
          <a:srgbClr val="0097ED"/>
        </a:buClr>
        <a:buChar char="•"/>
        <a:defRPr>
          <a:solidFill>
            <a:schemeClr val="tx1"/>
          </a:solidFill>
          <a:latin typeface="+mn-lt"/>
        </a:defRPr>
      </a:lvl7pPr>
      <a:lvl8pPr marL="2571750" indent="-171450" algn="l" rtl="0" fontAlgn="base">
        <a:spcBef>
          <a:spcPct val="20000"/>
        </a:spcBef>
        <a:spcAft>
          <a:spcPct val="0"/>
        </a:spcAft>
        <a:buClr>
          <a:srgbClr val="0097ED"/>
        </a:buClr>
        <a:buChar char="•"/>
        <a:defRPr>
          <a:solidFill>
            <a:schemeClr val="tx1"/>
          </a:solidFill>
          <a:latin typeface="+mn-lt"/>
        </a:defRPr>
      </a:lvl8pPr>
      <a:lvl9pPr marL="2914650" indent="-171450" algn="l" rtl="0" fontAlgn="base">
        <a:spcBef>
          <a:spcPct val="20000"/>
        </a:spcBef>
        <a:spcAft>
          <a:spcPct val="0"/>
        </a:spcAft>
        <a:buClr>
          <a:srgbClr val="0097ED"/>
        </a:buClr>
        <a:buChar char="•"/>
        <a:defRPr>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www.dragonflythinking.com/" TargetMode="External"/><Relationship Id="rId2" Type="http://schemas.openxmlformats.org/officeDocument/2006/relationships/hyperlink" Target="https://clp.law.harvard.edu/ai-in-the-legal-profession/"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s://clp.law.harvard.edu/ai-in-the-legal-profession/" TargetMode="Externa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27714" y="1143000"/>
            <a:ext cx="11136573" cy="538609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1200" cap="none" spc="0" normalizeH="0" baseline="0" noProof="0" dirty="0">
              <a:ln>
                <a:noFill/>
              </a:ln>
              <a:solidFill>
                <a:srgbClr val="9E1B32"/>
              </a:solidFill>
              <a:effectLst>
                <a:outerShdw blurRad="38100" dist="38100" dir="2700000" algn="tl">
                  <a:srgbClr val="000000">
                    <a:alpha val="43137"/>
                  </a:srgbClr>
                </a:outerShdw>
              </a:effectLst>
              <a:uLnTx/>
              <a:uFillTx/>
              <a:latin typeface="Arial"/>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1" i="0" u="none" strike="noStrike" kern="1200" cap="none" spc="0" normalizeH="0" baseline="0" noProof="0" dirty="0">
              <a:ln>
                <a:noFill/>
              </a:ln>
              <a:solidFill>
                <a:srgbClr val="9E1B32"/>
              </a:solidFill>
              <a:effectLst>
                <a:outerShdw blurRad="38100" dist="38100" dir="2700000" algn="tl">
                  <a:srgbClr val="000000">
                    <a:alpha val="43137"/>
                  </a:srgbClr>
                </a:outerShdw>
              </a:effectLst>
              <a:uLnTx/>
              <a:uFillTx/>
              <a:latin typeface="Arial"/>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400" b="1" i="0" u="none" strike="noStrike" kern="1200" cap="none" spc="0" normalizeH="0" baseline="0" noProof="0" dirty="0">
                <a:ln>
                  <a:noFill/>
                </a:ln>
                <a:uLnTx/>
                <a:uFillTx/>
                <a:latin typeface="Arial"/>
                <a:ea typeface="+mn-ea"/>
                <a:cs typeface="+mn-cs"/>
              </a:rPr>
              <a:t>The Future is Here – But So is the Past: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uLnTx/>
                <a:uFillTx/>
                <a:latin typeface="Arial"/>
                <a:ea typeface="+mn-ea"/>
                <a:cs typeface="+mn-cs"/>
              </a:rPr>
              <a:t>AI, Complex Decision Making, and the Future of the Legal Profession</a:t>
            </a:r>
            <a:endParaRPr lang="en-US" sz="2800" b="1" noProof="0" dirty="0">
              <a:latin typeface="Arial"/>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1" i="0" u="none" strike="noStrike" kern="1200" cap="none" spc="0" normalizeH="0" baseline="0" noProof="0" dirty="0">
              <a:ln>
                <a:noFill/>
              </a:ln>
              <a:solidFill>
                <a:srgbClr val="9E1B32"/>
              </a:solidFill>
              <a:effectLst>
                <a:outerShdw blurRad="38100" dist="38100" dir="2700000" algn="tl">
                  <a:srgbClr val="000000">
                    <a:alpha val="43137"/>
                  </a:srgbClr>
                </a:outerShdw>
              </a:effectLst>
              <a:uLnTx/>
              <a:uFillTx/>
              <a:latin typeface="Arial"/>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1" i="0" u="none" strike="noStrike" kern="1200" cap="none" spc="0" normalizeH="0" baseline="0" noProof="0" dirty="0">
              <a:ln>
                <a:noFill/>
              </a:ln>
              <a:solidFill>
                <a:srgbClr val="9E1B32"/>
              </a:solidFill>
              <a:effectLst>
                <a:outerShdw blurRad="38100" dist="38100" dir="2700000" algn="tl">
                  <a:srgbClr val="000000">
                    <a:alpha val="43137"/>
                  </a:srgbClr>
                </a:outerShdw>
              </a:effectLst>
              <a:uLnTx/>
              <a:uFillTx/>
              <a:latin typeface="Arial"/>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br>
              <a:rPr kumimoji="0" lang="en-US" sz="2400" b="0" i="0" u="none" strike="noStrike" kern="1200" cap="none" spc="0" normalizeH="0" baseline="0" noProof="0" dirty="0">
                <a:ln>
                  <a:noFill/>
                </a:ln>
                <a:solidFill>
                  <a:srgbClr val="000000"/>
                </a:solidFill>
                <a:effectLst/>
                <a:uLnTx/>
                <a:uFillTx/>
                <a:latin typeface="Arial"/>
                <a:ea typeface="+mn-ea"/>
                <a:cs typeface="+mn-cs"/>
              </a:rPr>
            </a:br>
            <a:r>
              <a:rPr kumimoji="0" lang="en-US" sz="2400" b="0" i="0" u="none" strike="noStrike" kern="1200" cap="none" spc="0" normalizeH="0" baseline="0" noProof="0" dirty="0">
                <a:ln>
                  <a:noFill/>
                </a:ln>
                <a:solidFill>
                  <a:srgbClr val="000000"/>
                </a:solidFill>
                <a:effectLst/>
                <a:uLnTx/>
                <a:uFillTx/>
                <a:latin typeface="Arial"/>
                <a:ea typeface="+mn-ea"/>
                <a:cs typeface="+mn-cs"/>
              </a:rPr>
              <a:t>Professor David B. Wilkins</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sz="2400" dirty="0">
                <a:solidFill>
                  <a:srgbClr val="000000"/>
                </a:solidFill>
                <a:latin typeface="Arial"/>
                <a:cs typeface="+mn-cs"/>
              </a:rPr>
              <a:t>OpenAI</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sz="2400" dirty="0">
                <a:solidFill>
                  <a:srgbClr val="000000"/>
                </a:solidFill>
                <a:latin typeface="Arial"/>
                <a:cs typeface="+mn-cs"/>
              </a:rPr>
              <a:t>September 17, 2026</a:t>
            </a:r>
          </a:p>
        </p:txBody>
      </p:sp>
      <p:pic>
        <p:nvPicPr>
          <p:cNvPr id="3" name="Picture 2">
            <a:extLst>
              <a:ext uri="{FF2B5EF4-FFF2-40B4-BE49-F238E27FC236}">
                <a16:creationId xmlns:a16="http://schemas.microsoft.com/office/drawing/2014/main" id="{D4CA6764-1F7A-30D0-60C2-28E360436E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4614" y="140541"/>
            <a:ext cx="7402773" cy="2004918"/>
          </a:xfrm>
          <a:prstGeom prst="rect">
            <a:avLst/>
          </a:prstGeom>
        </p:spPr>
      </p:pic>
    </p:spTree>
    <p:extLst>
      <p:ext uri="{BB962C8B-B14F-4D97-AF65-F5344CB8AC3E}">
        <p14:creationId xmlns:p14="http://schemas.microsoft.com/office/powerpoint/2010/main" val="1174783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E7EAEA-4BB0-1A9E-F91A-A36980BF28E1}"/>
              </a:ext>
            </a:extLst>
          </p:cNvPr>
          <p:cNvSpPr>
            <a:spLocks noGrp="1"/>
          </p:cNvSpPr>
          <p:nvPr>
            <p:ph idx="1"/>
          </p:nvPr>
        </p:nvSpPr>
        <p:spPr>
          <a:xfrm>
            <a:off x="304801" y="1371600"/>
            <a:ext cx="11658600" cy="5347251"/>
          </a:xfrm>
        </p:spPr>
        <p:txBody>
          <a:bodyPr/>
          <a:lstStyle/>
          <a:p>
            <a:r>
              <a:rPr lang="en-US" sz="2400" dirty="0"/>
              <a:t>2025 was another banner year for most top firms (Am Law)</a:t>
            </a:r>
          </a:p>
          <a:p>
            <a:pPr lvl="1"/>
            <a:r>
              <a:rPr lang="en-US" sz="2000" dirty="0"/>
              <a:t>PPP for the Am Law 100 up 14%, with 70 out of 100 grew by 10% or more only 2 firms declined</a:t>
            </a:r>
          </a:p>
          <a:p>
            <a:pPr lvl="1"/>
            <a:r>
              <a:rPr lang="en-US" sz="2000" dirty="0"/>
              <a:t>90% of fees still billed by the hour with top rates skyrocketing to $4000/hour – and up!</a:t>
            </a:r>
          </a:p>
          <a:p>
            <a:r>
              <a:rPr lang="en-US" sz="2400" dirty="0"/>
              <a:t>But 2025 was another belt-tightening year for corporate clients (Axiom)</a:t>
            </a:r>
          </a:p>
          <a:p>
            <a:pPr lvl="1"/>
            <a:r>
              <a:rPr lang="en-US" sz="2000" dirty="0"/>
              <a:t>96% in-house departments faced budget cuts</a:t>
            </a:r>
          </a:p>
          <a:p>
            <a:pPr lvl="1"/>
            <a:r>
              <a:rPr lang="en-US" sz="2000" dirty="0"/>
              <a:t>89% no long view law firms as a “complete solution” with 100% expressing displeasure with cost, quality, and following directions</a:t>
            </a:r>
          </a:p>
          <a:p>
            <a:r>
              <a:rPr lang="en-US" sz="2400" dirty="0"/>
              <a:t>And while the Big 4 and top consulting firms slash entry level hiring, a record 93% of law school graduates were employed 10 months after graduation (87% in jobs requiring a law degree), with 37% of those in private practice (another record) going to firms with 500+ lawyers</a:t>
            </a:r>
          </a:p>
          <a:p>
            <a:pPr lvl="1"/>
            <a:r>
              <a:rPr lang="en-US" sz="2000" dirty="0"/>
              <a:t>Several top firms are hiring 1Ls with no grades and paying them $50K NOT to work for another firm in their first summer</a:t>
            </a:r>
          </a:p>
          <a:p>
            <a:pPr marL="0" indent="0">
              <a:buNone/>
            </a:pPr>
            <a:endParaRPr lang="en-US" sz="2800" dirty="0"/>
          </a:p>
          <a:p>
            <a:endParaRPr lang="en-US" sz="2800" dirty="0"/>
          </a:p>
        </p:txBody>
      </p:sp>
      <p:sp>
        <p:nvSpPr>
          <p:cNvPr id="3" name="Title 2">
            <a:extLst>
              <a:ext uri="{FF2B5EF4-FFF2-40B4-BE49-F238E27FC236}">
                <a16:creationId xmlns:a16="http://schemas.microsoft.com/office/drawing/2014/main" id="{349533BE-C77B-6031-D353-4286551D8360}"/>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mn-lt"/>
              </a:rPr>
              <a:t>The Best of Times and the Worst of Times?</a:t>
            </a:r>
          </a:p>
        </p:txBody>
      </p:sp>
    </p:spTree>
    <p:extLst>
      <p:ext uri="{BB962C8B-B14F-4D97-AF65-F5344CB8AC3E}">
        <p14:creationId xmlns:p14="http://schemas.microsoft.com/office/powerpoint/2010/main" val="33589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2E686F-3706-DA93-4908-46886321F3C6}"/>
              </a:ext>
            </a:extLst>
          </p:cNvPr>
          <p:cNvSpPr>
            <a:spLocks noGrp="1"/>
          </p:cNvSpPr>
          <p:nvPr>
            <p:ph idx="1"/>
          </p:nvPr>
        </p:nvSpPr>
        <p:spPr>
          <a:xfrm>
            <a:off x="314325" y="1371600"/>
            <a:ext cx="11585575" cy="5029200"/>
          </a:xfrm>
        </p:spPr>
        <p:txBody>
          <a:bodyPr/>
          <a:lstStyle/>
          <a:p>
            <a:r>
              <a:rPr lang="en-US" sz="2400" dirty="0"/>
              <a:t>Notwithstanding current challenges, law firms will learn how to adapt and thrive</a:t>
            </a:r>
          </a:p>
          <a:p>
            <a:pPr lvl="1"/>
            <a:r>
              <a:rPr lang="en-US" sz="2000" dirty="0"/>
              <a:t>A majority of top firms have adopted Harvey or </a:t>
            </a:r>
            <a:r>
              <a:rPr lang="en-US" sz="2000" dirty="0" err="1"/>
              <a:t>Legora</a:t>
            </a:r>
            <a:r>
              <a:rPr lang="en-US" sz="2000" dirty="0"/>
              <a:t>, with many rolling out firm-wide programs to make their lawyers AI-fluent (e.g., HSF Kramer’s firm-wide roll out of </a:t>
            </a:r>
            <a:r>
              <a:rPr lang="en-US" sz="2000" dirty="0" err="1"/>
              <a:t>Legora</a:t>
            </a:r>
            <a:r>
              <a:rPr lang="en-US" sz="2000" dirty="0"/>
              <a:t> and Ropes &amp; Grey devoting 20% of all associate hours to AI)</a:t>
            </a:r>
          </a:p>
          <a:p>
            <a:pPr lvl="1"/>
            <a:r>
              <a:rPr lang="en-US" sz="2000" dirty="0"/>
              <a:t>Several firms are developing their own AI products – with Cleary buying Springbok AI to develop AI tools for the firm and to market to others</a:t>
            </a:r>
          </a:p>
          <a:p>
            <a:pPr lvl="1"/>
            <a:r>
              <a:rPr lang="en-US" sz="2000" dirty="0"/>
              <a:t>In late April, Anthropic and Freshfields announced a new collaboration to deploy Claude firm-wide and co-develop AI-native workflow tools (just as Harvey was incubated in A&amp;0)</a:t>
            </a:r>
          </a:p>
          <a:p>
            <a:pPr lvl="1"/>
            <a:r>
              <a:rPr lang="en-US" sz="2000" dirty="0"/>
              <a:t>And in May Kirkland announced it is committing $500M to build its own AI models and solutions, partnering with Palantir and hiring 120+ engineers and consultants to drive adoption </a:t>
            </a:r>
          </a:p>
          <a:p>
            <a:r>
              <a:rPr lang="en-US" sz="2400" dirty="0"/>
              <a:t>And people have been predicting the death of the billable hour since I was in law school!</a:t>
            </a:r>
          </a:p>
          <a:p>
            <a:pPr lvl="1"/>
            <a:endParaRPr lang="en-US" sz="2000" dirty="0"/>
          </a:p>
          <a:p>
            <a:endParaRPr lang="en-US" sz="2000" dirty="0"/>
          </a:p>
          <a:p>
            <a:pPr lvl="2"/>
            <a:endParaRPr lang="en-US" sz="2000" dirty="0"/>
          </a:p>
        </p:txBody>
      </p:sp>
      <p:sp>
        <p:nvSpPr>
          <p:cNvPr id="3" name="Title 2">
            <a:extLst>
              <a:ext uri="{FF2B5EF4-FFF2-40B4-BE49-F238E27FC236}">
                <a16:creationId xmlns:a16="http://schemas.microsoft.com/office/drawing/2014/main" id="{E5E99DF7-AB9B-7063-261B-B2A5D710233B}"/>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mn-lt"/>
              </a:rPr>
              <a:t>The Traditionalist Answer:  The Empire Strikes Back!</a:t>
            </a:r>
          </a:p>
        </p:txBody>
      </p:sp>
    </p:spTree>
    <p:extLst>
      <p:ext uri="{BB962C8B-B14F-4D97-AF65-F5344CB8AC3E}">
        <p14:creationId xmlns:p14="http://schemas.microsoft.com/office/powerpoint/2010/main" val="4033076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D6538B-85F6-6B0B-AC17-93F842C8EF22}"/>
              </a:ext>
            </a:extLst>
          </p:cNvPr>
          <p:cNvSpPr>
            <a:spLocks noGrp="1"/>
          </p:cNvSpPr>
          <p:nvPr>
            <p:ph idx="1"/>
          </p:nvPr>
        </p:nvSpPr>
        <p:spPr>
          <a:xfrm>
            <a:off x="314325" y="1371600"/>
            <a:ext cx="11585575" cy="5410200"/>
          </a:xfrm>
        </p:spPr>
        <p:txBody>
          <a:bodyPr/>
          <a:lstStyle/>
          <a:p>
            <a:r>
              <a:rPr lang="en-US" sz="2000" dirty="0"/>
              <a:t>Christensen:  Kodak and DEC were making record profits before insurgents with new technologies put them out of business</a:t>
            </a:r>
          </a:p>
          <a:p>
            <a:pPr lvl="1"/>
            <a:r>
              <a:rPr lang="en-US" sz="2000" dirty="0"/>
              <a:t>Last week, Harvey received a new $500M for an $18B+ valuation – the largest of any domain specific vertical </a:t>
            </a:r>
          </a:p>
          <a:p>
            <a:pPr lvl="1"/>
            <a:r>
              <a:rPr lang="en-US" sz="2000" dirty="0"/>
              <a:t>Legal tech investment in the US alone is expected to top $4-5B this year with unicorns like </a:t>
            </a:r>
            <a:r>
              <a:rPr lang="en-US" sz="2000" dirty="0" err="1"/>
              <a:t>Legora</a:t>
            </a:r>
            <a:r>
              <a:rPr lang="en-US" sz="2000" dirty="0"/>
              <a:t> (Sweden) and Enter (Brazil) spreading around the world</a:t>
            </a:r>
          </a:p>
          <a:p>
            <a:pPr lvl="1"/>
            <a:r>
              <a:rPr lang="en-US" sz="2000" dirty="0"/>
              <a:t>And there is now an explosion of “AI Native” law firms – Covenant, Manifest, Norm AI, Carta (which bought a whole law firm in the UK!) – all of which are back by PE capital</a:t>
            </a:r>
          </a:p>
          <a:p>
            <a:pPr lvl="2"/>
            <a:r>
              <a:rPr lang="en-US" sz="2000" dirty="0"/>
              <a:t>Salesforce GC Sabastian Niles announced on July 9 that he intends to include AI Native firms among its “preferred providers”</a:t>
            </a:r>
          </a:p>
          <a:p>
            <a:r>
              <a:rPr lang="en-US" sz="2000" dirty="0"/>
              <a:t>And now, you are all here attending the entry of the original foundation model company entering directly into the legal field (with the other top company close behind) – both of which have already launched multibillion dollar partnerships with major PE firms to drive their models through all of your clients</a:t>
            </a:r>
          </a:p>
          <a:p>
            <a:r>
              <a:rPr lang="en-US" sz="2000" dirty="0"/>
              <a:t>Are the turkeys voting for Thanksgiving?!</a:t>
            </a:r>
          </a:p>
        </p:txBody>
      </p:sp>
      <p:sp>
        <p:nvSpPr>
          <p:cNvPr id="3" name="Title 2">
            <a:extLst>
              <a:ext uri="{FF2B5EF4-FFF2-40B4-BE49-F238E27FC236}">
                <a16:creationId xmlns:a16="http://schemas.microsoft.com/office/drawing/2014/main" id="{CAD629A5-1C04-D84B-1622-212BF4E031C9}"/>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mn-lt"/>
              </a:rPr>
              <a:t>The Disrupter’s Answer:  When Empires Appear Invincible The Rebellion Strikes!</a:t>
            </a:r>
          </a:p>
        </p:txBody>
      </p:sp>
    </p:spTree>
    <p:extLst>
      <p:ext uri="{BB962C8B-B14F-4D97-AF65-F5344CB8AC3E}">
        <p14:creationId xmlns:p14="http://schemas.microsoft.com/office/powerpoint/2010/main" val="3992741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3E7134-DFBF-E7DA-E1DC-5E453A105726}"/>
              </a:ext>
            </a:extLst>
          </p:cNvPr>
          <p:cNvSpPr>
            <a:spLocks noGrp="1"/>
          </p:cNvSpPr>
          <p:nvPr>
            <p:ph idx="1"/>
          </p:nvPr>
        </p:nvSpPr>
        <p:spPr>
          <a:xfrm>
            <a:off x="0" y="0"/>
            <a:ext cx="11277600" cy="0"/>
          </a:xfrm>
        </p:spPr>
        <p:txBody>
          <a:bodyPr/>
          <a:lstStyle/>
          <a:p>
            <a:br>
              <a:rPr lang="en-US" dirty="0"/>
            </a:br>
            <a:endParaRPr lang="en-US" dirty="0"/>
          </a:p>
        </p:txBody>
      </p:sp>
      <p:sp>
        <p:nvSpPr>
          <p:cNvPr id="3" name="Slide Number Placeholder 2">
            <a:extLst>
              <a:ext uri="{FF2B5EF4-FFF2-40B4-BE49-F238E27FC236}">
                <a16:creationId xmlns:a16="http://schemas.microsoft.com/office/drawing/2014/main" id="{2A47B8B9-4CF1-8B22-1F08-B4DDF726EF5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8A61C-C33F-4F4C-AF69-6A8461361DF9}" type="slidenum">
              <a:rPr kumimoji="0" lang="en-US" sz="1100" b="0" i="0" u="none" strike="noStrike" kern="1200" cap="none" spc="0" normalizeH="0" baseline="0" noProof="0" smtClean="0">
                <a:ln>
                  <a:noFill/>
                </a:ln>
                <a:solidFill>
                  <a:prstClr val="black">
                    <a:lumMod val="75000"/>
                    <a:lumOff val="2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100" b="0" i="0" u="none" strike="noStrike" kern="1200" cap="none" spc="0" normalizeH="0" baseline="0" noProof="0">
              <a:ln>
                <a:noFill/>
              </a:ln>
              <a:solidFill>
                <a:prstClr val="black">
                  <a:lumMod val="75000"/>
                  <a:lumOff val="25000"/>
                </a:prstClr>
              </a:solidFill>
              <a:effectLst/>
              <a:uLnTx/>
              <a:uFillTx/>
              <a:latin typeface="Calibri"/>
              <a:ea typeface="+mn-ea"/>
              <a:cs typeface="+mn-cs"/>
            </a:endParaRPr>
          </a:p>
        </p:txBody>
      </p:sp>
      <p:sp>
        <p:nvSpPr>
          <p:cNvPr id="4" name="Title 3">
            <a:extLst>
              <a:ext uri="{FF2B5EF4-FFF2-40B4-BE49-F238E27FC236}">
                <a16:creationId xmlns:a16="http://schemas.microsoft.com/office/drawing/2014/main" id="{B34ADB6E-F02D-93EA-2C56-FBB7889D1BD4}"/>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Arial" panose="020B0604020202020204" pitchFamily="34" charset="0"/>
                <a:cs typeface="Arial" panose="020B0604020202020204" pitchFamily="34" charset="0"/>
              </a:rPr>
              <a:t>Moving From Either Or To Both And </a:t>
            </a:r>
          </a:p>
        </p:txBody>
      </p:sp>
      <p:sp>
        <p:nvSpPr>
          <p:cNvPr id="8" name="TextBox 7">
            <a:extLst>
              <a:ext uri="{FF2B5EF4-FFF2-40B4-BE49-F238E27FC236}">
                <a16:creationId xmlns:a16="http://schemas.microsoft.com/office/drawing/2014/main" id="{A62155C3-CB8C-2177-A294-F19120721F82}"/>
              </a:ext>
            </a:extLst>
          </p:cNvPr>
          <p:cNvSpPr txBox="1"/>
          <p:nvPr/>
        </p:nvSpPr>
        <p:spPr>
          <a:xfrm>
            <a:off x="533400" y="1524000"/>
            <a:ext cx="10744200" cy="4070243"/>
          </a:xfrm>
          <a:prstGeom prst="rect">
            <a:avLst/>
          </a:prstGeom>
          <a:noFill/>
        </p:spPr>
        <p:txBody>
          <a:bodyPr wrap="square">
            <a:spAutoFit/>
          </a:bodyPr>
          <a:lstStyle/>
          <a:p>
            <a:pPr marL="457200" indent="-457200">
              <a:buFont typeface="Arial" panose="020B0604020202020204" pitchFamily="34" charset="0"/>
              <a:buChar char="•"/>
            </a:pPr>
            <a:r>
              <a:rPr lang="en-US" sz="2800" dirty="0"/>
              <a:t>Artificial intelligence will  structurally reconfigure how legal services are delivered, who delivers them, how lawyers are trained, and what it means to exercise professional judgment</a:t>
            </a:r>
          </a:p>
          <a:p>
            <a:pPr marL="457200" indent="-457200">
              <a:buFont typeface="Arial" panose="020B0604020202020204" pitchFamily="34" charset="0"/>
              <a:buChar char="•"/>
            </a:pPr>
            <a:r>
              <a:rPr lang="en-US" sz="2800" dirty="0"/>
              <a:t>And while this will undoubtedly lead to the automation of many legal tasks, it will create important new ways for lawyers to add value for the increasingly complex issues facing clients and society</a:t>
            </a:r>
          </a:p>
          <a:p>
            <a:pPr marL="457200" indent="-457200">
              <a:buFont typeface="Arial" panose="020B0604020202020204" pitchFamily="34" charset="0"/>
              <a:buChar char="•"/>
            </a:pPr>
            <a:r>
              <a:rPr lang="en-US" sz="2800" dirty="0"/>
              <a:t>But unlocking this potential will require a deep understanding of BOTH technology and of the structures and practices of lawyers</a:t>
            </a:r>
            <a:endParaRPr lang="en-US" dirty="0"/>
          </a:p>
        </p:txBody>
      </p:sp>
    </p:spTree>
    <p:extLst>
      <p:ext uri="{BB962C8B-B14F-4D97-AF65-F5344CB8AC3E}">
        <p14:creationId xmlns:p14="http://schemas.microsoft.com/office/powerpoint/2010/main" val="4040842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7696C-493C-0557-7AC1-E4AE0E80D9F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F75D8B-7B2E-900B-A09E-A87BDB1B63A9}"/>
              </a:ext>
            </a:extLst>
          </p:cNvPr>
          <p:cNvSpPr>
            <a:spLocks noGrp="1"/>
          </p:cNvSpPr>
          <p:nvPr>
            <p:ph idx="1"/>
          </p:nvPr>
        </p:nvSpPr>
        <p:spPr>
          <a:xfrm>
            <a:off x="457200" y="1371600"/>
            <a:ext cx="11277600" cy="5029200"/>
          </a:xfrm>
        </p:spPr>
        <p:txBody>
          <a:bodyPr/>
          <a:lstStyle/>
          <a:p>
            <a:r>
              <a:rPr lang="en-US" dirty="0"/>
              <a:t>Our Collaboration (</a:t>
            </a:r>
            <a:r>
              <a:rPr lang="en-US" dirty="0">
                <a:hlinkClick r:id="rId2"/>
              </a:rPr>
              <a:t>AI and the Legal Profession - Harvard Law School Center on the Legal Profession</a:t>
            </a:r>
            <a:r>
              <a:rPr lang="en-US" dirty="0"/>
              <a:t>)</a:t>
            </a:r>
          </a:p>
          <a:p>
            <a:pPr lvl="1"/>
            <a:r>
              <a:rPr lang="en-US" sz="2800" dirty="0"/>
              <a:t>Professor David Wilkins, who has spent 40+ years studying lawyers and legal institutions</a:t>
            </a:r>
          </a:p>
          <a:p>
            <a:pPr lvl="1"/>
            <a:r>
              <a:rPr lang="en-US" sz="2800" dirty="0"/>
              <a:t>Professor Anthea Roberts (ANU), who is an expert in global governance and complex systems thinking, including on how to understand tradeoffs among risks, rewards, and resilience</a:t>
            </a:r>
          </a:p>
          <a:p>
            <a:pPr lvl="1"/>
            <a:r>
              <a:rPr lang="en-US" sz="2800" dirty="0"/>
              <a:t>Dragonfly Thinking, an orchestrated multi-agent AI system for analyzing complex problems (</a:t>
            </a:r>
            <a:r>
              <a:rPr lang="en-US" sz="2800" dirty="0">
                <a:hlinkClick r:id="rId3"/>
              </a:rPr>
              <a:t>https://www.dragonflythinking.com/</a:t>
            </a:r>
            <a:r>
              <a:rPr lang="en-US" sz="2800" dirty="0"/>
              <a:t>) </a:t>
            </a:r>
          </a:p>
        </p:txBody>
      </p:sp>
      <p:sp>
        <p:nvSpPr>
          <p:cNvPr id="3" name="Slide Number Placeholder 2">
            <a:extLst>
              <a:ext uri="{FF2B5EF4-FFF2-40B4-BE49-F238E27FC236}">
                <a16:creationId xmlns:a16="http://schemas.microsoft.com/office/drawing/2014/main" id="{EE6A06BB-930B-B83E-8141-8C56879E9D4F}"/>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8A61C-C33F-4F4C-AF69-6A8461361DF9}" type="slidenum">
              <a:rPr kumimoji="0" lang="en-US" sz="1100" b="0" i="0" u="none" strike="noStrike" kern="1200" cap="none" spc="0" normalizeH="0" baseline="0" noProof="0" smtClean="0">
                <a:ln>
                  <a:noFill/>
                </a:ln>
                <a:solidFill>
                  <a:prstClr val="black">
                    <a:lumMod val="75000"/>
                    <a:lumOff val="2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100" b="0" i="0" u="none" strike="noStrike" kern="1200" cap="none" spc="0" normalizeH="0" baseline="0" noProof="0">
              <a:ln>
                <a:noFill/>
              </a:ln>
              <a:solidFill>
                <a:prstClr val="black">
                  <a:lumMod val="75000"/>
                  <a:lumOff val="25000"/>
                </a:prstClr>
              </a:solidFill>
              <a:effectLst/>
              <a:uLnTx/>
              <a:uFillTx/>
              <a:latin typeface="Calibri"/>
              <a:ea typeface="+mn-ea"/>
              <a:cs typeface="+mn-cs"/>
            </a:endParaRPr>
          </a:p>
        </p:txBody>
      </p:sp>
      <p:sp>
        <p:nvSpPr>
          <p:cNvPr id="4" name="Title 3">
            <a:extLst>
              <a:ext uri="{FF2B5EF4-FFF2-40B4-BE49-F238E27FC236}">
                <a16:creationId xmlns:a16="http://schemas.microsoft.com/office/drawing/2014/main" id="{6DAD7CEE-50E6-612E-2691-96C839532519}"/>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Arial" panose="020B0604020202020204" pitchFamily="34" charset="0"/>
                <a:cs typeface="Arial" panose="020B0604020202020204" pitchFamily="34" charset="0"/>
              </a:rPr>
              <a:t>AI, Complex Decision Making, and the Future of the Legal Profession</a:t>
            </a:r>
          </a:p>
        </p:txBody>
      </p:sp>
    </p:spTree>
    <p:extLst>
      <p:ext uri="{BB962C8B-B14F-4D97-AF65-F5344CB8AC3E}">
        <p14:creationId xmlns:p14="http://schemas.microsoft.com/office/powerpoint/2010/main" val="68351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CA30D-B79B-9FF8-C9DD-B326664B2E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C89789-F510-2811-3774-AD270F8C4A35}"/>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Arial" panose="020B0604020202020204" pitchFamily="34" charset="0"/>
                <a:cs typeface="Arial" panose="020B0604020202020204" pitchFamily="34" charset="0"/>
              </a:rPr>
              <a:t>It Begins with What Clients Want: EY-CLP Research</a:t>
            </a:r>
          </a:p>
        </p:txBody>
      </p:sp>
      <p:pic>
        <p:nvPicPr>
          <p:cNvPr id="9" name="Content Placeholder 8">
            <a:extLst>
              <a:ext uri="{FF2B5EF4-FFF2-40B4-BE49-F238E27FC236}">
                <a16:creationId xmlns:a16="http://schemas.microsoft.com/office/drawing/2014/main" id="{416B45AF-8114-CB75-0ED5-69272012929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gray">
          <a:xfrm>
            <a:off x="7316787" y="228600"/>
            <a:ext cx="0" cy="0"/>
          </a:xfrm>
          <a:prstGeom prst="rect">
            <a:avLst/>
          </a:prstGeom>
          <a:noFill/>
          <a:ln w="9525">
            <a:noFill/>
            <a:miter lim="800000"/>
            <a:headEnd/>
            <a:tailEnd/>
          </a:ln>
          <a:effectLst/>
        </p:spPr>
      </p:pic>
      <p:pic>
        <p:nvPicPr>
          <p:cNvPr id="11" name="Picture 10">
            <a:extLst>
              <a:ext uri="{FF2B5EF4-FFF2-40B4-BE49-F238E27FC236}">
                <a16:creationId xmlns:a16="http://schemas.microsoft.com/office/drawing/2014/main" id="{D44070C6-899C-F4A1-2DAC-0AB707DEF6C7}"/>
              </a:ext>
            </a:extLst>
          </p:cNvPr>
          <p:cNvPicPr>
            <a:picLocks noChangeAspect="1"/>
          </p:cNvPicPr>
          <p:nvPr/>
        </p:nvPicPr>
        <p:blipFill>
          <a:blip r:embed="rId3">
            <a:extLst>
              <a:ext uri="{28A0092B-C50C-407E-A947-70E740481C1C}">
                <a14:useLocalDpi xmlns:a14="http://schemas.microsoft.com/office/drawing/2010/main" val="0"/>
              </a:ext>
            </a:extLst>
          </a:blip>
          <a:srcRect t="15005"/>
          <a:stretch>
            <a:fillRect/>
          </a:stretch>
        </p:blipFill>
        <p:spPr>
          <a:xfrm>
            <a:off x="594542" y="1234441"/>
            <a:ext cx="10835458" cy="5616458"/>
          </a:xfrm>
          <a:prstGeom prst="rect">
            <a:avLst/>
          </a:prstGeom>
        </p:spPr>
      </p:pic>
    </p:spTree>
    <p:extLst>
      <p:ext uri="{BB962C8B-B14F-4D97-AF65-F5344CB8AC3E}">
        <p14:creationId xmlns:p14="http://schemas.microsoft.com/office/powerpoint/2010/main" val="1515391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83A9A-F3F4-8C58-0C61-18E3FBDEB6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949F58-79EC-D142-A7F4-6F0A02F49CB2}"/>
              </a:ext>
            </a:extLst>
          </p:cNvPr>
          <p:cNvSpPr>
            <a:spLocks noGrp="1"/>
          </p:cNvSpPr>
          <p:nvPr>
            <p:ph idx="1"/>
          </p:nvPr>
        </p:nvSpPr>
        <p:spPr>
          <a:xfrm>
            <a:off x="314326" y="1371600"/>
            <a:ext cx="11585575" cy="5029200"/>
          </a:xfrm>
        </p:spPr>
        <p:txBody>
          <a:bodyPr/>
          <a:lstStyle/>
          <a:p>
            <a:r>
              <a:rPr lang="en-US" sz="2400" dirty="0"/>
              <a:t>Consider new and complex issues turbocharged after covid:</a:t>
            </a:r>
          </a:p>
          <a:p>
            <a:pPr lvl="1"/>
            <a:r>
              <a:rPr lang="en-US" sz="2400" dirty="0"/>
              <a:t>Cybersecurity and data privacy</a:t>
            </a:r>
          </a:p>
          <a:p>
            <a:pPr lvl="1"/>
            <a:r>
              <a:rPr lang="en-US" sz="2400" dirty="0"/>
              <a:t>Anti-bribery and corruption</a:t>
            </a:r>
          </a:p>
          <a:p>
            <a:pPr lvl="1"/>
            <a:r>
              <a:rPr lang="en-US" sz="2400" dirty="0"/>
              <a:t>Safety and catastrophic risk</a:t>
            </a:r>
          </a:p>
          <a:p>
            <a:pPr lvl="1"/>
            <a:r>
              <a:rPr lang="en-US" sz="2400" dirty="0"/>
              <a:t>Implementing AI and adopting policies for its responsible use</a:t>
            </a:r>
          </a:p>
          <a:p>
            <a:r>
              <a:rPr lang="en-US" sz="2400" dirty="0"/>
              <a:t>In all these areas, there is an exploding amount of new law around the world – almost none of it clear or consistent</a:t>
            </a:r>
          </a:p>
          <a:p>
            <a:r>
              <a:rPr lang="en-US" sz="2400" dirty="0"/>
              <a:t>And yet law is only a part – and often not the most important part – about solving these problems</a:t>
            </a:r>
          </a:p>
          <a:p>
            <a:r>
              <a:rPr lang="en-US" sz="2400" dirty="0"/>
              <a:t>Clients are therefore looking to integrate law into a wider business solution</a:t>
            </a:r>
          </a:p>
        </p:txBody>
      </p:sp>
      <p:sp>
        <p:nvSpPr>
          <p:cNvPr id="3" name="Title 2">
            <a:extLst>
              <a:ext uri="{FF2B5EF4-FFF2-40B4-BE49-F238E27FC236}">
                <a16:creationId xmlns:a16="http://schemas.microsoft.com/office/drawing/2014/main" id="{834E94DA-9B8F-EEC4-425C-1C07C9BB8618}"/>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mn-lt"/>
              </a:rPr>
              <a:t>And the World Keeps Getting Riskier</a:t>
            </a:r>
          </a:p>
        </p:txBody>
      </p:sp>
    </p:spTree>
    <p:extLst>
      <p:ext uri="{BB962C8B-B14F-4D97-AF65-F5344CB8AC3E}">
        <p14:creationId xmlns:p14="http://schemas.microsoft.com/office/powerpoint/2010/main" val="344082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FBF35-D36F-A643-8E6F-EB1BCD82EE3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D9F38BB-BBCC-762F-9457-0CF9A83E90E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8A61C-C33F-4F4C-AF69-6A8461361DF9}" type="slidenum">
              <a:rPr kumimoji="0" lang="en-US" sz="1100" b="0" i="0" u="none" strike="noStrike" kern="1200" cap="none" spc="0" normalizeH="0" baseline="0" noProof="0" smtClean="0">
                <a:ln>
                  <a:noFill/>
                </a:ln>
                <a:solidFill>
                  <a:prstClr val="black">
                    <a:lumMod val="75000"/>
                    <a:lumOff val="2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100" b="0" i="0" u="none" strike="noStrike" kern="1200" cap="none" spc="0" normalizeH="0" baseline="0" noProof="0">
              <a:ln>
                <a:noFill/>
              </a:ln>
              <a:solidFill>
                <a:prstClr val="black">
                  <a:lumMod val="75000"/>
                  <a:lumOff val="25000"/>
                </a:prstClr>
              </a:solidFill>
              <a:effectLst/>
              <a:uLnTx/>
              <a:uFillTx/>
              <a:latin typeface="Calibri"/>
              <a:ea typeface="+mn-ea"/>
              <a:cs typeface="+mn-cs"/>
            </a:endParaRPr>
          </a:p>
        </p:txBody>
      </p:sp>
      <p:sp>
        <p:nvSpPr>
          <p:cNvPr id="4" name="Title 3">
            <a:extLst>
              <a:ext uri="{FF2B5EF4-FFF2-40B4-BE49-F238E27FC236}">
                <a16:creationId xmlns:a16="http://schemas.microsoft.com/office/drawing/2014/main" id="{EFE4236A-DE20-954B-132C-A6CFF54D7DEF}"/>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Arial" panose="020B0604020202020204" pitchFamily="34" charset="0"/>
                <a:cs typeface="Arial" panose="020B0604020202020204" pitchFamily="34" charset="0"/>
              </a:rPr>
              <a:t>Law as a “Gateway Drug”</a:t>
            </a:r>
          </a:p>
        </p:txBody>
      </p:sp>
      <p:pic>
        <p:nvPicPr>
          <p:cNvPr id="5" name="Graphics (visuals, diagrams, marks)" descr="gfxc09.png">
            <a:extLst>
              <a:ext uri="{FF2B5EF4-FFF2-40B4-BE49-F238E27FC236}">
                <a16:creationId xmlns:a16="http://schemas.microsoft.com/office/drawing/2014/main" id="{66B6F0C3-582B-CE31-13CF-14A80E5D948E}"/>
              </a:ext>
            </a:extLst>
          </p:cNvPr>
          <p:cNvPicPr>
            <a:picLocks noGrp="1" noChangeAspect="1"/>
          </p:cNvPicPr>
          <p:nvPr>
            <p:ph idx="1"/>
          </p:nvPr>
        </p:nvPicPr>
        <p:blipFill>
          <a:blip r:embed="rId3"/>
          <a:srcRect l="36067" t="6897" r="18892" b="12069"/>
          <a:stretch>
            <a:fillRect/>
          </a:stretch>
        </p:blipFill>
        <p:spPr>
          <a:xfrm>
            <a:off x="2186678" y="1255705"/>
            <a:ext cx="7498293" cy="5182644"/>
          </a:xfrm>
          <a:prstGeom prst="rect">
            <a:avLst/>
          </a:prstGeom>
          <a:noFill/>
        </p:spPr>
      </p:pic>
      <p:sp>
        <p:nvSpPr>
          <p:cNvPr id="2" name="TextBox 1">
            <a:extLst>
              <a:ext uri="{FF2B5EF4-FFF2-40B4-BE49-F238E27FC236}">
                <a16:creationId xmlns:a16="http://schemas.microsoft.com/office/drawing/2014/main" id="{FA20F079-8611-E2FA-6FF6-EAFA58F98C6B}"/>
              </a:ext>
            </a:extLst>
          </p:cNvPr>
          <p:cNvSpPr txBox="1"/>
          <p:nvPr/>
        </p:nvSpPr>
        <p:spPr>
          <a:xfrm>
            <a:off x="1899442" y="6352271"/>
            <a:ext cx="8393115" cy="646331"/>
          </a:xfrm>
          <a:prstGeom prst="rect">
            <a:avLst/>
          </a:prstGeom>
          <a:noFill/>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But like all drugs, law can be addictive – both to lawyers and clients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03530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BEBEB-461A-75FF-3BE3-1494B1DDE11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BAFFB2-A7A6-102D-E6DA-C11A86D25A35}"/>
              </a:ext>
            </a:extLst>
          </p:cNvPr>
          <p:cNvSpPr>
            <a:spLocks noGrp="1"/>
          </p:cNvSpPr>
          <p:nvPr>
            <p:ph idx="1"/>
          </p:nvPr>
        </p:nvSpPr>
        <p:spPr>
          <a:xfrm>
            <a:off x="457200" y="1371600"/>
            <a:ext cx="11277600" cy="5029200"/>
          </a:xfrm>
        </p:spPr>
        <p:txBody>
          <a:bodyPr/>
          <a:lstStyle/>
          <a:p>
            <a:r>
              <a:rPr lang="en-US" dirty="0"/>
              <a:t>Everything about AI and its use is going to land on the desk of lawyers – e.g., litigation over “training data,” liability for AI’s “hallucinations” and misinformation, claims for breach of confidentiality and fiduciary duty </a:t>
            </a:r>
          </a:p>
          <a:p>
            <a:r>
              <a:rPr lang="en-US" dirty="0"/>
              <a:t>Moreover, every organization is going to have to adopt new policies to deal with the use of AI – and then continually revise these policies in response to new legal rules like the EU’s new AI regulation, court regulations requiring disclosure of when and how AI is being used, and changes in technology and client expectations/demands</a:t>
            </a:r>
          </a:p>
          <a:p>
            <a:r>
              <a:rPr lang="en-US" dirty="0"/>
              <a:t>And it will raise novel issues in established fields of law (Davis Polk Client Alert:  “Agentic AI and Securities Law,” July 9,2026)</a:t>
            </a:r>
          </a:p>
        </p:txBody>
      </p:sp>
      <p:sp>
        <p:nvSpPr>
          <p:cNvPr id="3" name="Slide Number Placeholder 2">
            <a:extLst>
              <a:ext uri="{FF2B5EF4-FFF2-40B4-BE49-F238E27FC236}">
                <a16:creationId xmlns:a16="http://schemas.microsoft.com/office/drawing/2014/main" id="{717B398D-BD5E-4DC3-9075-90388F9272F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8A61C-C33F-4F4C-AF69-6A8461361DF9}" type="slidenum">
              <a:rPr kumimoji="0" lang="en-US" sz="1100" b="0" i="0" u="none" strike="noStrike" kern="1200" cap="none" spc="0" normalizeH="0" baseline="0" noProof="0" smtClean="0">
                <a:ln>
                  <a:noFill/>
                </a:ln>
                <a:solidFill>
                  <a:prstClr val="black">
                    <a:lumMod val="75000"/>
                    <a:lumOff val="2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100" b="0" i="0" u="none" strike="noStrike" kern="1200" cap="none" spc="0" normalizeH="0" baseline="0" noProof="0">
              <a:ln>
                <a:noFill/>
              </a:ln>
              <a:solidFill>
                <a:prstClr val="black">
                  <a:lumMod val="75000"/>
                  <a:lumOff val="25000"/>
                </a:prstClr>
              </a:solidFill>
              <a:effectLst/>
              <a:uLnTx/>
              <a:uFillTx/>
              <a:latin typeface="Calibri"/>
              <a:ea typeface="+mn-ea"/>
              <a:cs typeface="+mn-cs"/>
            </a:endParaRPr>
          </a:p>
        </p:txBody>
      </p:sp>
      <p:sp>
        <p:nvSpPr>
          <p:cNvPr id="4" name="Title 3">
            <a:extLst>
              <a:ext uri="{FF2B5EF4-FFF2-40B4-BE49-F238E27FC236}">
                <a16:creationId xmlns:a16="http://schemas.microsoft.com/office/drawing/2014/main" id="{05F62B51-8A90-3BE1-1C46-66D4741FD775}"/>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Arial" panose="020B0604020202020204" pitchFamily="34" charset="0"/>
                <a:cs typeface="Arial" panose="020B0604020202020204" pitchFamily="34" charset="0"/>
              </a:rPr>
              <a:t>In the Short-Term AI will Be a Full Employment Act for Lawyers!</a:t>
            </a:r>
          </a:p>
        </p:txBody>
      </p:sp>
    </p:spTree>
    <p:extLst>
      <p:ext uri="{BB962C8B-B14F-4D97-AF65-F5344CB8AC3E}">
        <p14:creationId xmlns:p14="http://schemas.microsoft.com/office/powerpoint/2010/main" val="839065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E8798-66C5-D6CE-1778-FC9153C74F5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50AAD2-486F-6027-C533-F5625A11679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8A61C-C33F-4F4C-AF69-6A8461361DF9}" type="slidenum">
              <a:rPr kumimoji="0" lang="en-US" sz="1100" b="0" i="0" u="none" strike="noStrike" kern="1200" cap="none" spc="0" normalizeH="0" baseline="0" noProof="0" smtClean="0">
                <a:ln>
                  <a:noFill/>
                </a:ln>
                <a:solidFill>
                  <a:prstClr val="black">
                    <a:lumMod val="75000"/>
                    <a:lumOff val="2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100" b="0" i="0" u="none" strike="noStrike" kern="1200" cap="none" spc="0" normalizeH="0" baseline="0" noProof="0">
              <a:ln>
                <a:noFill/>
              </a:ln>
              <a:solidFill>
                <a:prstClr val="black">
                  <a:lumMod val="75000"/>
                  <a:lumOff val="25000"/>
                </a:prstClr>
              </a:solidFill>
              <a:effectLst/>
              <a:uLnTx/>
              <a:uFillTx/>
              <a:latin typeface="Calibri"/>
              <a:ea typeface="+mn-ea"/>
              <a:cs typeface="+mn-cs"/>
            </a:endParaRPr>
          </a:p>
        </p:txBody>
      </p:sp>
      <p:sp>
        <p:nvSpPr>
          <p:cNvPr id="4" name="Title 3">
            <a:extLst>
              <a:ext uri="{FF2B5EF4-FFF2-40B4-BE49-F238E27FC236}">
                <a16:creationId xmlns:a16="http://schemas.microsoft.com/office/drawing/2014/main" id="{5B09AE6B-8AB9-A449-CAD0-163762A465D0}"/>
              </a:ext>
            </a:extLst>
          </p:cNvPr>
          <p:cNvSpPr>
            <a:spLocks noGrp="1"/>
          </p:cNvSpPr>
          <p:nvPr>
            <p:ph type="title"/>
          </p:nvPr>
        </p:nvSpPr>
        <p:spPr>
          <a:xfrm>
            <a:off x="0" y="0"/>
            <a:ext cx="12192000" cy="1234440"/>
          </a:xfrm>
        </p:spPr>
        <p:txBody>
          <a:bodyPr wrap="square" lIns="274320" tIns="0" rIns="274320" bIns="0" anchor="ctr"/>
          <a:lstStyle/>
          <a:p>
            <a:pPr marL="0" lvl="0" algn="ctr" defTabSz="457200" fontAlgn="auto">
              <a:lnSpc>
                <a:spcPts val="2782"/>
              </a:lnSpc>
              <a:spcBef>
                <a:spcPts val="0"/>
              </a:spcBef>
              <a:spcAft>
                <a:spcPts val="0"/>
              </a:spcAft>
              <a:defRPr/>
            </a:pPr>
            <a:r>
              <a:rPr lang="en-US" sz="3400" b="0" spc="-13" dirty="0">
                <a:latin typeface="Arial" panose="020B0604020202020204" pitchFamily="34" charset="0"/>
                <a:ea typeface="TT Norms Light"/>
                <a:cs typeface="Arial" panose="020B0604020202020204" pitchFamily="34" charset="0"/>
                <a:sym typeface="TT Norms Light"/>
              </a:rPr>
              <a:t>But AI</a:t>
            </a:r>
            <a:r>
              <a:rPr lang="en-US" sz="3400" spc="-13" dirty="0">
                <a:latin typeface="Arial" panose="020B0604020202020204" pitchFamily="34" charset="0"/>
                <a:ea typeface="TT Norms Light"/>
                <a:cs typeface="Arial" panose="020B0604020202020204" pitchFamily="34" charset="0"/>
                <a:sym typeface="TT Norms Light"/>
              </a:rPr>
              <a:t> </a:t>
            </a:r>
            <a:r>
              <a:rPr lang="en-US" sz="3400" b="0" spc="-13" dirty="0">
                <a:latin typeface="Arial" panose="020B0604020202020204" pitchFamily="34" charset="0"/>
                <a:ea typeface="TT Norms Light"/>
                <a:cs typeface="Arial" panose="020B0604020202020204" pitchFamily="34" charset="0"/>
                <a:sym typeface="TT Norms Light"/>
              </a:rPr>
              <a:t>Will Also Replace Legal Jobs </a:t>
            </a:r>
          </a:p>
        </p:txBody>
      </p:sp>
      <p:sp>
        <p:nvSpPr>
          <p:cNvPr id="5" name="Freeform 2">
            <a:extLst>
              <a:ext uri="{FF2B5EF4-FFF2-40B4-BE49-F238E27FC236}">
                <a16:creationId xmlns:a16="http://schemas.microsoft.com/office/drawing/2014/main" id="{15CE0802-BFF5-25DC-A432-C2F9CAAAD48C}"/>
              </a:ext>
            </a:extLst>
          </p:cNvPr>
          <p:cNvSpPr>
            <a:spLocks noGrp="1"/>
          </p:cNvSpPr>
          <p:nvPr>
            <p:ph idx="1"/>
          </p:nvPr>
        </p:nvSpPr>
        <p:spPr>
          <a:xfrm>
            <a:off x="457200" y="1552575"/>
            <a:ext cx="11277600" cy="4848225"/>
          </a:xfrm>
          <a:custGeom>
            <a:avLst/>
            <a:gdLst/>
            <a:ahLst/>
            <a:cxnLst/>
            <a:rect l="l" t="t" r="r" b="b"/>
            <a:pathLst>
              <a:path w="15054644" h="6565350">
                <a:moveTo>
                  <a:pt x="0" y="0"/>
                </a:moveTo>
                <a:lnTo>
                  <a:pt x="15054644" y="0"/>
                </a:lnTo>
                <a:lnTo>
                  <a:pt x="15054644" y="6565350"/>
                </a:lnTo>
                <a:lnTo>
                  <a:pt x="0" y="6565350"/>
                </a:lnTo>
                <a:lnTo>
                  <a:pt x="0" y="0"/>
                </a:lnTo>
                <a:close/>
              </a:path>
            </a:pathLst>
          </a:custGeom>
          <a:blipFill>
            <a:blip r:embed="rId2"/>
            <a:stretch>
              <a:fillRect l="-1408" r="-1408" b="-493"/>
            </a:stretch>
          </a:blipFill>
        </p:spPr>
        <p:txBody>
          <a:bodyPr/>
          <a:lstStyle/>
          <a:p>
            <a:endParaRPr lang="en-US" dirty="0"/>
          </a:p>
        </p:txBody>
      </p:sp>
      <p:sp>
        <p:nvSpPr>
          <p:cNvPr id="7" name="TextBox 6">
            <a:extLst>
              <a:ext uri="{FF2B5EF4-FFF2-40B4-BE49-F238E27FC236}">
                <a16:creationId xmlns:a16="http://schemas.microsoft.com/office/drawing/2014/main" id="{8353E02F-209D-C8DD-38A6-CAEFBCEC8BA4}"/>
              </a:ext>
            </a:extLst>
          </p:cNvPr>
          <p:cNvSpPr txBox="1"/>
          <p:nvPr/>
        </p:nvSpPr>
        <p:spPr>
          <a:xfrm>
            <a:off x="1828800" y="6272766"/>
            <a:ext cx="7897660" cy="341055"/>
          </a:xfrm>
          <a:prstGeom prst="rect">
            <a:avLst/>
          </a:prstGeom>
          <a:noFill/>
        </p:spPr>
        <p:txBody>
          <a:bodyPr wrap="square">
            <a:spAutoFit/>
          </a:bodyPr>
          <a:lstStyle/>
          <a:p>
            <a:pPr marL="0" marR="0" lvl="0" indent="0" algn="ctr" defTabSz="457200" rtl="0" eaLnBrk="1" fontAlgn="auto" latinLnBrk="0" hangingPunct="1">
              <a:lnSpc>
                <a:spcPts val="1852"/>
              </a:lnSpc>
              <a:spcBef>
                <a:spcPts val="0"/>
              </a:spcBef>
              <a:spcAft>
                <a:spcPts val="0"/>
              </a:spcAft>
              <a:buClrTx/>
              <a:buSzTx/>
              <a:buFontTx/>
              <a:buNone/>
              <a:tabLst/>
              <a:defRPr/>
            </a:pPr>
            <a:r>
              <a:rPr kumimoji="0" lang="en-US" sz="1950" b="0" i="1" u="none" strike="noStrike" kern="1200" cap="none" spc="3" normalizeH="0" baseline="0" noProof="0" dirty="0">
                <a:ln>
                  <a:noFill/>
                </a:ln>
                <a:solidFill>
                  <a:srgbClr val="BF4949"/>
                </a:solidFill>
                <a:effectLst/>
                <a:uLnTx/>
                <a:uFillTx/>
                <a:latin typeface="TT Norms Italics"/>
                <a:ea typeface="TT Norms Italics"/>
                <a:cs typeface="TT Norms Italics"/>
                <a:sym typeface="TT Norms Italics"/>
              </a:rPr>
              <a:t>“The last 5% now matters because the rest is now a commodity.” </a:t>
            </a:r>
          </a:p>
        </p:txBody>
      </p:sp>
    </p:spTree>
    <p:extLst>
      <p:ext uri="{BB962C8B-B14F-4D97-AF65-F5344CB8AC3E}">
        <p14:creationId xmlns:p14="http://schemas.microsoft.com/office/powerpoint/2010/main" val="4061254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F655772-5B83-9C5E-D88A-CFB8FB9EE5EE}"/>
            </a:ext>
          </a:extLst>
        </p:cNvPr>
        <p:cNvGrpSpPr/>
        <p:nvPr/>
      </p:nvGrpSpPr>
      <p:grpSpPr>
        <a:xfrm>
          <a:off x="0" y="0"/>
          <a:ext cx="0" cy="0"/>
          <a:chOff x="0" y="0"/>
          <a:chExt cx="0" cy="0"/>
        </a:xfrm>
      </p:grpSpPr>
      <p:sp>
        <p:nvSpPr>
          <p:cNvPr id="778242" name="Rectangle 2">
            <a:extLst>
              <a:ext uri="{FF2B5EF4-FFF2-40B4-BE49-F238E27FC236}">
                <a16:creationId xmlns:a16="http://schemas.microsoft.com/office/drawing/2014/main" id="{98337F2C-72F4-E003-1775-4BF688FC55A2}"/>
              </a:ext>
            </a:extLst>
          </p:cNvPr>
          <p:cNvSpPr>
            <a:spLocks noGrp="1" noChangeArrowheads="1"/>
          </p:cNvSpPr>
          <p:nvPr>
            <p:ph type="title"/>
          </p:nvPr>
        </p:nvSpPr>
        <p:spPr>
          <a:xfrm>
            <a:off x="0" y="0"/>
            <a:ext cx="12192000" cy="1234440"/>
          </a:xfrm>
        </p:spPr>
        <p:txBody>
          <a:bodyPr wrap="square" lIns="274320" tIns="0" rIns="274320" bIns="0" anchor="ctr"/>
          <a:lstStyle/>
          <a:p>
            <a:pPr algn="ctr"/>
            <a:r>
              <a:rPr lang="en-US" sz="3400" dirty="0">
                <a:latin typeface="Arial" panose="020B0604020202020204" pitchFamily="34" charset="0"/>
                <a:cs typeface="Arial" panose="020B0604020202020204" pitchFamily="34" charset="0"/>
              </a:rPr>
              <a:t>The Marketplace Was Shifting Even Before AI</a:t>
            </a:r>
          </a:p>
        </p:txBody>
      </p:sp>
      <p:sp>
        <p:nvSpPr>
          <p:cNvPr id="778243" name="Rectangle 3">
            <a:extLst>
              <a:ext uri="{FF2B5EF4-FFF2-40B4-BE49-F238E27FC236}">
                <a16:creationId xmlns:a16="http://schemas.microsoft.com/office/drawing/2014/main" id="{79F59EEB-324A-3BE4-3E76-7ED2D37B2D28}"/>
              </a:ext>
            </a:extLst>
          </p:cNvPr>
          <p:cNvSpPr>
            <a:spLocks noGrp="1" noChangeArrowheads="1"/>
          </p:cNvSpPr>
          <p:nvPr>
            <p:ph idx="1"/>
          </p:nvPr>
        </p:nvSpPr>
        <p:spPr>
          <a:xfrm>
            <a:off x="303212" y="5619750"/>
            <a:ext cx="11585575" cy="2412815"/>
          </a:xfrm>
        </p:spPr>
        <p:txBody>
          <a:bodyPr/>
          <a:lstStyle/>
          <a:p>
            <a:pPr marL="0" indent="0">
              <a:lnSpc>
                <a:spcPct val="90000"/>
              </a:lnSpc>
              <a:buNone/>
            </a:pPr>
            <a:r>
              <a:rPr lang="en-US" sz="1800" b="1" dirty="0"/>
              <a:t>Note: </a:t>
            </a:r>
            <a:r>
              <a:rPr lang="en-US" sz="1800" dirty="0"/>
              <a:t>Rivalry is strongest among undifferentiated competitors in a crowded market with transparent metrics and slow growth</a:t>
            </a:r>
            <a:endParaRPr lang="en-US" sz="1800" b="1" dirty="0"/>
          </a:p>
          <a:p>
            <a:pPr marL="0" indent="0">
              <a:lnSpc>
                <a:spcPct val="90000"/>
              </a:lnSpc>
              <a:buNone/>
            </a:pPr>
            <a:endParaRPr lang="en-US" sz="1800" b="1" dirty="0"/>
          </a:p>
          <a:p>
            <a:pPr marL="0" indent="0">
              <a:lnSpc>
                <a:spcPct val="90000"/>
              </a:lnSpc>
              <a:buNone/>
            </a:pPr>
            <a:r>
              <a:rPr lang="en-US" sz="1800" b="1" dirty="0"/>
              <a:t>Source: M. Porter</a:t>
            </a:r>
          </a:p>
          <a:p>
            <a:pPr marL="0" indent="0">
              <a:lnSpc>
                <a:spcPct val="90000"/>
              </a:lnSpc>
              <a:buNone/>
            </a:pPr>
            <a:endParaRPr lang="en-US" sz="1800" dirty="0"/>
          </a:p>
        </p:txBody>
      </p:sp>
      <p:grpSp>
        <p:nvGrpSpPr>
          <p:cNvPr id="2" name="Group 4">
            <a:extLst>
              <a:ext uri="{FF2B5EF4-FFF2-40B4-BE49-F238E27FC236}">
                <a16:creationId xmlns:a16="http://schemas.microsoft.com/office/drawing/2014/main" id="{28C9344C-4A37-7431-121F-259733487644}"/>
              </a:ext>
            </a:extLst>
          </p:cNvPr>
          <p:cNvGrpSpPr>
            <a:grpSpLocks/>
          </p:cNvGrpSpPr>
          <p:nvPr/>
        </p:nvGrpSpPr>
        <p:grpSpPr bwMode="auto">
          <a:xfrm>
            <a:off x="5185568" y="1676400"/>
            <a:ext cx="1961832" cy="1308378"/>
            <a:chOff x="2212" y="528"/>
            <a:chExt cx="1336" cy="891"/>
          </a:xfrm>
        </p:grpSpPr>
        <p:sp>
          <p:nvSpPr>
            <p:cNvPr id="778245" name="Line 5">
              <a:extLst>
                <a:ext uri="{FF2B5EF4-FFF2-40B4-BE49-F238E27FC236}">
                  <a16:creationId xmlns:a16="http://schemas.microsoft.com/office/drawing/2014/main" id="{A78D0E67-3740-B3FF-4E13-DF7F620E3F52}"/>
                </a:ext>
              </a:extLst>
            </p:cNvPr>
            <p:cNvSpPr>
              <a:spLocks noChangeShapeType="1"/>
            </p:cNvSpPr>
            <p:nvPr/>
          </p:nvSpPr>
          <p:spPr bwMode="auto">
            <a:xfrm>
              <a:off x="2880" y="883"/>
              <a:ext cx="0" cy="536"/>
            </a:xfrm>
            <a:prstGeom prst="line">
              <a:avLst/>
            </a:prstGeom>
            <a:noFill/>
            <a:ln w="38100">
              <a:solidFill>
                <a:schemeClr val="accent1"/>
              </a:solidFill>
              <a:round/>
              <a:headEnd type="none" w="sm" len="sm"/>
              <a:tailEnd type="stealth"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sp>
          <p:nvSpPr>
            <p:cNvPr id="778246" name="Rectangle 6">
              <a:extLst>
                <a:ext uri="{FF2B5EF4-FFF2-40B4-BE49-F238E27FC236}">
                  <a16:creationId xmlns:a16="http://schemas.microsoft.com/office/drawing/2014/main" id="{888FF021-54A7-697A-1D55-4F102A7BAA1F}"/>
                </a:ext>
              </a:extLst>
            </p:cNvPr>
            <p:cNvSpPr>
              <a:spLocks noChangeArrowheads="1"/>
            </p:cNvSpPr>
            <p:nvPr/>
          </p:nvSpPr>
          <p:spPr bwMode="auto">
            <a:xfrm>
              <a:off x="2212" y="528"/>
              <a:ext cx="1336" cy="374"/>
            </a:xfrm>
            <a:prstGeom prst="rect">
              <a:avLst/>
            </a:prstGeom>
            <a:solidFill>
              <a:srgbClr val="F8F8F8"/>
            </a:solidFill>
            <a:ln w="12700">
              <a:solidFill>
                <a:schemeClr val="tx1"/>
              </a:solidFill>
              <a:miter lim="800000"/>
              <a:headEnd/>
              <a:tailEnd/>
            </a:ln>
            <a:effectLst/>
          </p:spPr>
          <p:txBody>
            <a:bodyPr lIns="92075" tIns="46038" rIns="92075" bIns="46038"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itchFamily="34" charset="0"/>
                  <a:ea typeface="+mn-ea"/>
                  <a:cs typeface="Times New Roman" pitchFamily="18" charset="0"/>
                </a:rPr>
                <a:t>Threat of new entrants</a:t>
              </a:r>
            </a:p>
          </p:txBody>
        </p:sp>
      </p:grpSp>
      <p:grpSp>
        <p:nvGrpSpPr>
          <p:cNvPr id="3" name="Group 7">
            <a:extLst>
              <a:ext uri="{FF2B5EF4-FFF2-40B4-BE49-F238E27FC236}">
                <a16:creationId xmlns:a16="http://schemas.microsoft.com/office/drawing/2014/main" id="{119DB338-F9D1-D7B0-AEE4-7223C88552FB}"/>
              </a:ext>
            </a:extLst>
          </p:cNvPr>
          <p:cNvGrpSpPr>
            <a:grpSpLocks/>
          </p:cNvGrpSpPr>
          <p:nvPr/>
        </p:nvGrpSpPr>
        <p:grpSpPr bwMode="auto">
          <a:xfrm>
            <a:off x="2366168" y="3156585"/>
            <a:ext cx="2813526" cy="549195"/>
            <a:chOff x="292" y="1536"/>
            <a:chExt cx="1916" cy="374"/>
          </a:xfrm>
        </p:grpSpPr>
        <p:sp>
          <p:nvSpPr>
            <p:cNvPr id="778248" name="Rectangle 8">
              <a:extLst>
                <a:ext uri="{FF2B5EF4-FFF2-40B4-BE49-F238E27FC236}">
                  <a16:creationId xmlns:a16="http://schemas.microsoft.com/office/drawing/2014/main" id="{42EF09BC-B2E8-809B-338E-A48180A971C8}"/>
                </a:ext>
              </a:extLst>
            </p:cNvPr>
            <p:cNvSpPr>
              <a:spLocks noChangeArrowheads="1"/>
            </p:cNvSpPr>
            <p:nvPr/>
          </p:nvSpPr>
          <p:spPr bwMode="auto">
            <a:xfrm>
              <a:off x="292" y="1536"/>
              <a:ext cx="1336" cy="374"/>
            </a:xfrm>
            <a:prstGeom prst="rect">
              <a:avLst/>
            </a:prstGeom>
            <a:solidFill>
              <a:srgbClr val="F8F8F8"/>
            </a:solidFill>
            <a:ln w="12700">
              <a:solidFill>
                <a:schemeClr val="tx1"/>
              </a:solidFill>
              <a:miter lim="800000"/>
              <a:headEnd/>
              <a:tailEnd/>
            </a:ln>
            <a:effectLst/>
          </p:spPr>
          <p:txBody>
            <a:bodyPr lIns="92075" tIns="46038" rIns="92075" bIns="46038"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pitchFamily="34" charset="0"/>
                  <a:ea typeface="+mn-ea"/>
                  <a:cs typeface="Times New Roman" pitchFamily="18" charset="0"/>
                </a:rPr>
                <a:t>Bargaining power of suppliers</a:t>
              </a:r>
            </a:p>
          </p:txBody>
        </p:sp>
        <p:sp>
          <p:nvSpPr>
            <p:cNvPr id="778249" name="Line 9">
              <a:extLst>
                <a:ext uri="{FF2B5EF4-FFF2-40B4-BE49-F238E27FC236}">
                  <a16:creationId xmlns:a16="http://schemas.microsoft.com/office/drawing/2014/main" id="{D6BAC194-5C32-BDD2-D97D-34E78B99445E}"/>
                </a:ext>
              </a:extLst>
            </p:cNvPr>
            <p:cNvSpPr>
              <a:spLocks noChangeShapeType="1"/>
            </p:cNvSpPr>
            <p:nvPr/>
          </p:nvSpPr>
          <p:spPr bwMode="auto">
            <a:xfrm>
              <a:off x="1632" y="1747"/>
              <a:ext cx="576" cy="0"/>
            </a:xfrm>
            <a:prstGeom prst="line">
              <a:avLst/>
            </a:prstGeom>
            <a:noFill/>
            <a:ln w="38100">
              <a:solidFill>
                <a:schemeClr val="accent1"/>
              </a:solidFill>
              <a:round/>
              <a:headEnd type="none" w="sm" len="sm"/>
              <a:tailEnd type="stealth"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grpSp>
      <p:grpSp>
        <p:nvGrpSpPr>
          <p:cNvPr id="4" name="Group 10">
            <a:extLst>
              <a:ext uri="{FF2B5EF4-FFF2-40B4-BE49-F238E27FC236}">
                <a16:creationId xmlns:a16="http://schemas.microsoft.com/office/drawing/2014/main" id="{D2C5A0EE-0FAE-DAA7-9FA6-B422FEE678BF}"/>
              </a:ext>
            </a:extLst>
          </p:cNvPr>
          <p:cNvGrpSpPr>
            <a:grpSpLocks/>
          </p:cNvGrpSpPr>
          <p:nvPr/>
        </p:nvGrpSpPr>
        <p:grpSpPr bwMode="auto">
          <a:xfrm>
            <a:off x="7153275" y="3156585"/>
            <a:ext cx="2672556" cy="549195"/>
            <a:chOff x="3552" y="1536"/>
            <a:chExt cx="1820" cy="374"/>
          </a:xfrm>
        </p:grpSpPr>
        <p:sp>
          <p:nvSpPr>
            <p:cNvPr id="778251" name="Rectangle 11">
              <a:extLst>
                <a:ext uri="{FF2B5EF4-FFF2-40B4-BE49-F238E27FC236}">
                  <a16:creationId xmlns:a16="http://schemas.microsoft.com/office/drawing/2014/main" id="{F7385D09-FBE1-4153-6398-C55A107F212B}"/>
                </a:ext>
              </a:extLst>
            </p:cNvPr>
            <p:cNvSpPr>
              <a:spLocks noChangeArrowheads="1"/>
            </p:cNvSpPr>
            <p:nvPr/>
          </p:nvSpPr>
          <p:spPr bwMode="auto">
            <a:xfrm>
              <a:off x="4036" y="1536"/>
              <a:ext cx="1336" cy="374"/>
            </a:xfrm>
            <a:prstGeom prst="rect">
              <a:avLst/>
            </a:prstGeom>
            <a:solidFill>
              <a:srgbClr val="F8F8F8"/>
            </a:solidFill>
            <a:ln w="12700">
              <a:solidFill>
                <a:schemeClr val="accent1"/>
              </a:solidFill>
              <a:miter lim="800000"/>
              <a:headEnd/>
              <a:tailEnd/>
            </a:ln>
            <a:effectLst/>
          </p:spPr>
          <p:txBody>
            <a:bodyPr lIns="92075" tIns="46038" rIns="92075" bIns="46038"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itchFamily="34" charset="0"/>
                  <a:ea typeface="+mn-ea"/>
                  <a:cs typeface="Times New Roman" pitchFamily="18" charset="0"/>
                </a:rPr>
                <a:t>Bargaining power of buyers</a:t>
              </a:r>
            </a:p>
          </p:txBody>
        </p:sp>
        <p:sp>
          <p:nvSpPr>
            <p:cNvPr id="778252" name="Line 12">
              <a:extLst>
                <a:ext uri="{FF2B5EF4-FFF2-40B4-BE49-F238E27FC236}">
                  <a16:creationId xmlns:a16="http://schemas.microsoft.com/office/drawing/2014/main" id="{A88AE657-510B-465B-E45F-D876D58B406A}"/>
                </a:ext>
              </a:extLst>
            </p:cNvPr>
            <p:cNvSpPr>
              <a:spLocks noChangeShapeType="1"/>
            </p:cNvSpPr>
            <p:nvPr/>
          </p:nvSpPr>
          <p:spPr bwMode="auto">
            <a:xfrm flipH="1">
              <a:off x="3552" y="1699"/>
              <a:ext cx="480" cy="0"/>
            </a:xfrm>
            <a:prstGeom prst="line">
              <a:avLst/>
            </a:prstGeom>
            <a:noFill/>
            <a:ln w="38100">
              <a:solidFill>
                <a:schemeClr val="accent1"/>
              </a:solidFill>
              <a:round/>
              <a:headEnd type="none" w="sm" len="sm"/>
              <a:tailEnd type="stealth"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grpSp>
      <p:grpSp>
        <p:nvGrpSpPr>
          <p:cNvPr id="5" name="Group 13">
            <a:extLst>
              <a:ext uri="{FF2B5EF4-FFF2-40B4-BE49-F238E27FC236}">
                <a16:creationId xmlns:a16="http://schemas.microsoft.com/office/drawing/2014/main" id="{DAD9C64F-80BD-BBB1-327B-EC8FD34324A8}"/>
              </a:ext>
            </a:extLst>
          </p:cNvPr>
          <p:cNvGrpSpPr>
            <a:grpSpLocks/>
          </p:cNvGrpSpPr>
          <p:nvPr/>
        </p:nvGrpSpPr>
        <p:grpSpPr bwMode="auto">
          <a:xfrm>
            <a:off x="5185568" y="3873182"/>
            <a:ext cx="1961832" cy="1312783"/>
            <a:chOff x="2212" y="2024"/>
            <a:chExt cx="1336" cy="894"/>
          </a:xfrm>
        </p:grpSpPr>
        <p:sp>
          <p:nvSpPr>
            <p:cNvPr id="778254" name="Line 14">
              <a:extLst>
                <a:ext uri="{FF2B5EF4-FFF2-40B4-BE49-F238E27FC236}">
                  <a16:creationId xmlns:a16="http://schemas.microsoft.com/office/drawing/2014/main" id="{CC44C67D-77FB-968C-76D8-2381DAACED5C}"/>
                </a:ext>
              </a:extLst>
            </p:cNvPr>
            <p:cNvSpPr>
              <a:spLocks noChangeShapeType="1"/>
            </p:cNvSpPr>
            <p:nvPr/>
          </p:nvSpPr>
          <p:spPr bwMode="auto">
            <a:xfrm flipV="1">
              <a:off x="2880" y="2024"/>
              <a:ext cx="0" cy="560"/>
            </a:xfrm>
            <a:prstGeom prst="line">
              <a:avLst/>
            </a:prstGeom>
            <a:noFill/>
            <a:ln w="38100">
              <a:solidFill>
                <a:schemeClr val="accent1"/>
              </a:solidFill>
              <a:round/>
              <a:headEnd type="none" w="sm" len="sm"/>
              <a:tailEnd type="stealth"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sp>
          <p:nvSpPr>
            <p:cNvPr id="778255" name="Rectangle 15">
              <a:extLst>
                <a:ext uri="{FF2B5EF4-FFF2-40B4-BE49-F238E27FC236}">
                  <a16:creationId xmlns:a16="http://schemas.microsoft.com/office/drawing/2014/main" id="{551F6360-944C-7C36-B1FF-6D8A6E3C62EC}"/>
                </a:ext>
              </a:extLst>
            </p:cNvPr>
            <p:cNvSpPr>
              <a:spLocks noChangeArrowheads="1"/>
            </p:cNvSpPr>
            <p:nvPr/>
          </p:nvSpPr>
          <p:spPr bwMode="auto">
            <a:xfrm>
              <a:off x="2212" y="2544"/>
              <a:ext cx="1336" cy="374"/>
            </a:xfrm>
            <a:prstGeom prst="rect">
              <a:avLst/>
            </a:prstGeom>
            <a:solidFill>
              <a:srgbClr val="F8F8F8"/>
            </a:solidFill>
            <a:ln w="12700">
              <a:solidFill>
                <a:schemeClr val="tx1"/>
              </a:solidFill>
              <a:miter lim="800000"/>
              <a:headEnd/>
              <a:tailEnd/>
            </a:ln>
            <a:effectLst/>
          </p:spPr>
          <p:txBody>
            <a:bodyPr lIns="92075" tIns="46038" rIns="92075" bIns="46038"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itchFamily="34" charset="0"/>
                  <a:ea typeface="+mn-ea"/>
                  <a:cs typeface="Times New Roman" pitchFamily="18" charset="0"/>
                </a:rPr>
                <a:t>Threat of substitutes</a:t>
              </a:r>
            </a:p>
          </p:txBody>
        </p:sp>
      </p:grpSp>
      <p:grpSp>
        <p:nvGrpSpPr>
          <p:cNvPr id="6" name="Group 16">
            <a:extLst>
              <a:ext uri="{FF2B5EF4-FFF2-40B4-BE49-F238E27FC236}">
                <a16:creationId xmlns:a16="http://schemas.microsoft.com/office/drawing/2014/main" id="{63717A1B-C7B6-C2A4-5718-758E06F0928F}"/>
              </a:ext>
            </a:extLst>
          </p:cNvPr>
          <p:cNvGrpSpPr>
            <a:grpSpLocks/>
          </p:cNvGrpSpPr>
          <p:nvPr/>
        </p:nvGrpSpPr>
        <p:grpSpPr bwMode="auto">
          <a:xfrm>
            <a:off x="5181163" y="2826187"/>
            <a:ext cx="1966237" cy="1204118"/>
            <a:chOff x="2209" y="1311"/>
            <a:chExt cx="1339" cy="820"/>
          </a:xfrm>
        </p:grpSpPr>
        <p:sp>
          <p:nvSpPr>
            <p:cNvPr id="778257" name="Rectangle 17">
              <a:extLst>
                <a:ext uri="{FF2B5EF4-FFF2-40B4-BE49-F238E27FC236}">
                  <a16:creationId xmlns:a16="http://schemas.microsoft.com/office/drawing/2014/main" id="{C88E83FF-8E90-37DE-7C9F-17C2AC41F751}"/>
                </a:ext>
              </a:extLst>
            </p:cNvPr>
            <p:cNvSpPr>
              <a:spLocks noChangeArrowheads="1"/>
            </p:cNvSpPr>
            <p:nvPr/>
          </p:nvSpPr>
          <p:spPr bwMode="auto">
            <a:xfrm>
              <a:off x="2212" y="1459"/>
              <a:ext cx="1336" cy="528"/>
            </a:xfrm>
            <a:prstGeom prst="rect">
              <a:avLst/>
            </a:prstGeom>
            <a:solidFill>
              <a:srgbClr val="F8F8F8"/>
            </a:solidFill>
            <a:ln w="12700">
              <a:solidFill>
                <a:schemeClr val="tx1"/>
              </a:solidFill>
              <a:miter lim="800000"/>
              <a:headEnd/>
              <a:tailEnd/>
            </a:ln>
            <a:effectLst/>
          </p:spPr>
          <p:txBody>
            <a:bodyPr lIns="92075" tIns="46038" rIns="92075" bIns="46038"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itchFamily="34" charset="0"/>
                  <a:ea typeface="+mn-ea"/>
                  <a:cs typeface="Times New Roman" pitchFamily="18" charset="0"/>
                </a:rPr>
                <a:t>Rivalry among existing competitors</a:t>
              </a:r>
            </a:p>
          </p:txBody>
        </p:sp>
        <p:sp>
          <p:nvSpPr>
            <p:cNvPr id="778258" name="Arc 18">
              <a:extLst>
                <a:ext uri="{FF2B5EF4-FFF2-40B4-BE49-F238E27FC236}">
                  <a16:creationId xmlns:a16="http://schemas.microsoft.com/office/drawing/2014/main" id="{D98A13ED-CCD5-30F2-06A3-BCD1844767AD}"/>
                </a:ext>
              </a:extLst>
            </p:cNvPr>
            <p:cNvSpPr>
              <a:spLocks/>
            </p:cNvSpPr>
            <p:nvPr/>
          </p:nvSpPr>
          <p:spPr bwMode="auto">
            <a:xfrm>
              <a:off x="2209" y="1939"/>
              <a:ext cx="384" cy="192"/>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38100" cap="rnd">
              <a:solidFill>
                <a:schemeClr val="accent1"/>
              </a:solidFill>
              <a:round/>
              <a:headEnd type="stealth" w="med" len="med"/>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sp>
          <p:nvSpPr>
            <p:cNvPr id="778259" name="Arc 19">
              <a:extLst>
                <a:ext uri="{FF2B5EF4-FFF2-40B4-BE49-F238E27FC236}">
                  <a16:creationId xmlns:a16="http://schemas.microsoft.com/office/drawing/2014/main" id="{D9B59D02-55B6-EC18-0B01-BDABCE600B3B}"/>
                </a:ext>
              </a:extLst>
            </p:cNvPr>
            <p:cNvSpPr>
              <a:spLocks/>
            </p:cNvSpPr>
            <p:nvPr/>
          </p:nvSpPr>
          <p:spPr bwMode="auto">
            <a:xfrm>
              <a:off x="3152" y="1311"/>
              <a:ext cx="385" cy="192"/>
            </a:xfrm>
            <a:custGeom>
              <a:avLst/>
              <a:gdLst>
                <a:gd name="G0" fmla="+- 56 0 0"/>
                <a:gd name="G1" fmla="+- 21600 0 0"/>
                <a:gd name="G2" fmla="+- 21600 0 0"/>
                <a:gd name="T0" fmla="*/ 0 w 21656"/>
                <a:gd name="T1" fmla="*/ 0 h 21600"/>
                <a:gd name="T2" fmla="*/ 21656 w 21656"/>
                <a:gd name="T3" fmla="*/ 21600 h 21600"/>
                <a:gd name="T4" fmla="*/ 56 w 21656"/>
                <a:gd name="T5" fmla="*/ 21600 h 21600"/>
              </a:gdLst>
              <a:ahLst/>
              <a:cxnLst>
                <a:cxn ang="0">
                  <a:pos x="T0" y="T1"/>
                </a:cxn>
                <a:cxn ang="0">
                  <a:pos x="T2" y="T3"/>
                </a:cxn>
                <a:cxn ang="0">
                  <a:pos x="T4" y="T5"/>
                </a:cxn>
              </a:cxnLst>
              <a:rect l="0" t="0" r="r" b="b"/>
              <a:pathLst>
                <a:path w="21656" h="21600" fill="none" extrusionOk="0">
                  <a:moveTo>
                    <a:pt x="0" y="0"/>
                  </a:moveTo>
                  <a:cubicBezTo>
                    <a:pt x="18" y="0"/>
                    <a:pt x="37" y="-1"/>
                    <a:pt x="56" y="0"/>
                  </a:cubicBezTo>
                  <a:cubicBezTo>
                    <a:pt x="11985" y="0"/>
                    <a:pt x="21656" y="9670"/>
                    <a:pt x="21656" y="21600"/>
                  </a:cubicBezTo>
                </a:path>
                <a:path w="21656" h="21600" stroke="0" extrusionOk="0">
                  <a:moveTo>
                    <a:pt x="0" y="0"/>
                  </a:moveTo>
                  <a:cubicBezTo>
                    <a:pt x="18" y="0"/>
                    <a:pt x="37" y="-1"/>
                    <a:pt x="56" y="0"/>
                  </a:cubicBezTo>
                  <a:cubicBezTo>
                    <a:pt x="11985" y="0"/>
                    <a:pt x="21656" y="9670"/>
                    <a:pt x="21656" y="21600"/>
                  </a:cubicBezTo>
                  <a:lnTo>
                    <a:pt x="56" y="21600"/>
                  </a:lnTo>
                  <a:close/>
                </a:path>
              </a:pathLst>
            </a:custGeom>
            <a:noFill/>
            <a:ln w="38100" cap="rnd">
              <a:solidFill>
                <a:schemeClr val="accent1"/>
              </a:solidFill>
              <a:round/>
              <a:headEnd type="stealth" w="med" len="med"/>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grpSp>
      <p:grpSp>
        <p:nvGrpSpPr>
          <p:cNvPr id="7" name="Group 21">
            <a:extLst>
              <a:ext uri="{FF2B5EF4-FFF2-40B4-BE49-F238E27FC236}">
                <a16:creationId xmlns:a16="http://schemas.microsoft.com/office/drawing/2014/main" id="{59C3A437-70A9-D190-F067-1E8776F5F2F7}"/>
              </a:ext>
            </a:extLst>
          </p:cNvPr>
          <p:cNvGrpSpPr>
            <a:grpSpLocks/>
          </p:cNvGrpSpPr>
          <p:nvPr/>
        </p:nvGrpSpPr>
        <p:grpSpPr bwMode="auto">
          <a:xfrm>
            <a:off x="3065145" y="2266712"/>
            <a:ext cx="4933950" cy="353893"/>
            <a:chOff x="768" y="930"/>
            <a:chExt cx="3360" cy="241"/>
          </a:xfrm>
        </p:grpSpPr>
        <p:sp>
          <p:nvSpPr>
            <p:cNvPr id="778262" name="Line 22">
              <a:extLst>
                <a:ext uri="{FF2B5EF4-FFF2-40B4-BE49-F238E27FC236}">
                  <a16:creationId xmlns:a16="http://schemas.microsoft.com/office/drawing/2014/main" id="{B2B618DB-FE54-D7BF-118F-A299B4E07436}"/>
                </a:ext>
              </a:extLst>
            </p:cNvPr>
            <p:cNvSpPr>
              <a:spLocks noChangeShapeType="1"/>
            </p:cNvSpPr>
            <p:nvPr/>
          </p:nvSpPr>
          <p:spPr bwMode="auto">
            <a:xfrm>
              <a:off x="1824" y="1171"/>
              <a:ext cx="2304" cy="0"/>
            </a:xfrm>
            <a:prstGeom prst="line">
              <a:avLst/>
            </a:prstGeom>
            <a:noFill/>
            <a:ln w="38100">
              <a:solidFill>
                <a:schemeClr val="tx1"/>
              </a:solidFill>
              <a:prstDash val="dash"/>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Arial" charset="0"/>
              </a:endParaRPr>
            </a:p>
          </p:txBody>
        </p:sp>
        <p:sp>
          <p:nvSpPr>
            <p:cNvPr id="778263" name="Text Box 23">
              <a:extLst>
                <a:ext uri="{FF2B5EF4-FFF2-40B4-BE49-F238E27FC236}">
                  <a16:creationId xmlns:a16="http://schemas.microsoft.com/office/drawing/2014/main" id="{48008049-596B-AAF7-A1F5-5D3F5A50191E}"/>
                </a:ext>
              </a:extLst>
            </p:cNvPr>
            <p:cNvSpPr txBox="1">
              <a:spLocks noChangeArrowheads="1"/>
            </p:cNvSpPr>
            <p:nvPr/>
          </p:nvSpPr>
          <p:spPr bwMode="auto">
            <a:xfrm>
              <a:off x="768" y="930"/>
              <a:ext cx="1113" cy="21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itchFamily="34" charset="0"/>
                  <a:ea typeface="+mn-ea"/>
                  <a:cs typeface="Arial" charset="0"/>
                </a:rPr>
                <a:t>Barriers to entry</a:t>
              </a:r>
            </a:p>
          </p:txBody>
        </p:sp>
      </p:grpSp>
      <p:sp>
        <p:nvSpPr>
          <p:cNvPr id="778264" name="Slide Number Placeholder 2">
            <a:extLst>
              <a:ext uri="{FF2B5EF4-FFF2-40B4-BE49-F238E27FC236}">
                <a16:creationId xmlns:a16="http://schemas.microsoft.com/office/drawing/2014/main" id="{344627CA-EF8E-2E5D-6453-16F551298810}"/>
              </a:ext>
            </a:extLst>
          </p:cNvPr>
          <p:cNvSpPr>
            <a:spLocks noGrp="1"/>
          </p:cNvSpPr>
          <p:nvPr>
            <p:ph type="sldNum" sz="quarter" idx="4"/>
          </p:nvPr>
        </p:nvSpPr>
        <p:spPr/>
        <p:txBody>
          <a:bodyPr/>
          <a:lstStyle/>
          <a:p>
            <a:pPr>
              <a:defRPr/>
            </a:pPr>
            <a:fld id="{D348A61C-C33F-4F4C-AF69-6A8461361DF9}" type="slidenum">
              <a:rPr lang="en-US" smtClean="0"/>
              <a:pPr>
                <a:defRPr/>
              </a:pPr>
              <a:t>12</a:t>
            </a:fld>
            <a:endParaRPr lang="en-US"/>
          </a:p>
        </p:txBody>
      </p:sp>
    </p:spTree>
    <p:extLst>
      <p:ext uri="{BB962C8B-B14F-4D97-AF65-F5344CB8AC3E}">
        <p14:creationId xmlns:p14="http://schemas.microsoft.com/office/powerpoint/2010/main" val="2815238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7824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782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43" grpId="0" build="p" bldLvl="3"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27315-1022-9DE5-6587-7BA43D043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1D83B-CE6F-9A05-88E0-8E97DBBB7314}"/>
              </a:ext>
            </a:extLst>
          </p:cNvPr>
          <p:cNvSpPr>
            <a:spLocks noGrp="1"/>
          </p:cNvSpPr>
          <p:nvPr>
            <p:ph type="title"/>
          </p:nvPr>
        </p:nvSpPr>
        <p:spPr>
          <a:xfrm>
            <a:off x="0" y="0"/>
            <a:ext cx="12192000" cy="1234440"/>
          </a:xfrm>
        </p:spPr>
        <p:txBody>
          <a:bodyPr wrap="square" lIns="274320" tIns="0" rIns="274320" bIns="0" anchor="ctr"/>
          <a:lstStyle/>
          <a:p>
            <a:pPr algn="ctr"/>
            <a:r>
              <a:rPr lang="en-US" sz="3200" dirty="0">
                <a:latin typeface="Arial" panose="020B0604020202020204" pitchFamily="34" charset="0"/>
                <a:cs typeface="Arial" panose="020B0604020202020204" pitchFamily="34" charset="0"/>
              </a:rPr>
              <a:t>And the Forces Will Only Be With Firms that Embrace AI!</a:t>
            </a:r>
          </a:p>
        </p:txBody>
      </p:sp>
      <p:sp>
        <p:nvSpPr>
          <p:cNvPr id="3" name="Content Placeholder 2">
            <a:extLst>
              <a:ext uri="{FF2B5EF4-FFF2-40B4-BE49-F238E27FC236}">
                <a16:creationId xmlns:a16="http://schemas.microsoft.com/office/drawing/2014/main" id="{7CFAF262-FFFC-D9DC-6BAC-5B8C97A237B6}"/>
              </a:ext>
            </a:extLst>
          </p:cNvPr>
          <p:cNvSpPr>
            <a:spLocks noGrp="1"/>
          </p:cNvSpPr>
          <p:nvPr>
            <p:ph idx="1"/>
          </p:nvPr>
        </p:nvSpPr>
        <p:spPr>
          <a:xfrm>
            <a:off x="303212" y="1371600"/>
            <a:ext cx="11585575" cy="5334000"/>
          </a:xfrm>
        </p:spPr>
        <p:txBody>
          <a:bodyPr/>
          <a:lstStyle/>
          <a:p>
            <a:r>
              <a:rPr lang="en-US" sz="2000" dirty="0"/>
              <a:t>AI will facilitate entry into new markets decreasing traditional barriers like geography, regulation, and domain-specific expertise.  Lawyers who embrace AI will be able to expand capacity while focusing on the “human” qualities of judgment and creativity</a:t>
            </a:r>
          </a:p>
          <a:p>
            <a:r>
              <a:rPr lang="en-US" sz="2000" dirty="0"/>
              <a:t>Clients are increasingly turning to AI solutions to reduce “demand” and to select, manage, and control lawyers. But AI will also allow lawyers to collaborate with clients and provide “integrated solutions”</a:t>
            </a:r>
          </a:p>
          <a:p>
            <a:r>
              <a:rPr lang="en-US" sz="2000" dirty="0"/>
              <a:t>Law firms will have to expand their search for the “best” talent in an AI world, but AI can also facilitate this search and create better matches</a:t>
            </a:r>
          </a:p>
          <a:p>
            <a:r>
              <a:rPr lang="en-US" sz="2000" dirty="0"/>
              <a:t>“Alternative” providers from the Big 4 to legal tech are increasingly seen by your clients as viable – even preferable – substitutes, all of which are embracing AI and data faster than law firms.  But law firms can also use these tools to improve delivery and expand service</a:t>
            </a:r>
          </a:p>
          <a:p>
            <a:r>
              <a:rPr lang="en-US" sz="2000" dirty="0"/>
              <a:t>All of this will continue to raise competition among firms for clients and talent to a fever pitch</a:t>
            </a:r>
          </a:p>
          <a:p>
            <a:r>
              <a:rPr lang="en-US" sz="2000" dirty="0"/>
              <a:t>The winners of this competition will be those who can harness AI – but also understand its limitations and best uses to provide integrated human-centered solutions to the complex problems clients will increasingly face</a:t>
            </a:r>
          </a:p>
        </p:txBody>
      </p:sp>
      <p:sp>
        <p:nvSpPr>
          <p:cNvPr id="4" name="Slide Number Placeholder 2">
            <a:extLst>
              <a:ext uri="{FF2B5EF4-FFF2-40B4-BE49-F238E27FC236}">
                <a16:creationId xmlns:a16="http://schemas.microsoft.com/office/drawing/2014/main" id="{344627CA-EF8E-2E5D-6453-16F551298810}"/>
              </a:ext>
            </a:extLst>
          </p:cNvPr>
          <p:cNvSpPr>
            <a:spLocks noGrp="1"/>
          </p:cNvSpPr>
          <p:nvPr>
            <p:ph type="sldNum" sz="quarter" idx="4"/>
          </p:nvPr>
        </p:nvSpPr>
        <p:spPr/>
        <p:txBody>
          <a:bodyPr/>
          <a:lstStyle/>
          <a:p>
            <a:pPr>
              <a:defRPr/>
            </a:pPr>
            <a:fld id="{D348A61C-C33F-4F4C-AF69-6A8461361DF9}" type="slidenum">
              <a:rPr lang="en-US" smtClean="0"/>
              <a:pPr>
                <a:defRPr/>
              </a:pPr>
              <a:t>13</a:t>
            </a:fld>
            <a:endParaRPr lang="en-US"/>
          </a:p>
        </p:txBody>
      </p:sp>
    </p:spTree>
    <p:extLst>
      <p:ext uri="{BB962C8B-B14F-4D97-AF65-F5344CB8AC3E}">
        <p14:creationId xmlns:p14="http://schemas.microsoft.com/office/powerpoint/2010/main" val="2224665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76A2-F799-DB7E-B9FF-0146739EA04A}"/>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Arial" panose="020B0604020202020204" pitchFamily="34" charset="0"/>
                <a:cs typeface="Arial" panose="020B0604020202020204" pitchFamily="34" charset="0"/>
              </a:rPr>
              <a:t>And Yet Not Everything Will – or Should – Change</a:t>
            </a:r>
          </a:p>
        </p:txBody>
      </p:sp>
      <p:sp>
        <p:nvSpPr>
          <p:cNvPr id="3" name="Content Placeholder 2">
            <a:extLst>
              <a:ext uri="{FF2B5EF4-FFF2-40B4-BE49-F238E27FC236}">
                <a16:creationId xmlns:a16="http://schemas.microsoft.com/office/drawing/2014/main" id="{0324DF69-16D1-7895-A910-641A3CB817B5}"/>
              </a:ext>
            </a:extLst>
          </p:cNvPr>
          <p:cNvSpPr>
            <a:spLocks noGrp="1"/>
          </p:cNvSpPr>
          <p:nvPr>
            <p:ph idx="1"/>
          </p:nvPr>
        </p:nvSpPr>
        <p:spPr>
          <a:xfrm>
            <a:off x="314325" y="1371600"/>
            <a:ext cx="11585575" cy="5374256"/>
          </a:xfrm>
        </p:spPr>
        <p:txBody>
          <a:bodyPr/>
          <a:lstStyle/>
          <a:p>
            <a:pPr>
              <a:lnSpc>
                <a:spcPts val="2160"/>
              </a:lnSpc>
              <a:spcBef>
                <a:spcPts val="0"/>
              </a:spcBef>
              <a:defRPr/>
            </a:pPr>
            <a:r>
              <a:rPr lang="en-US" sz="2400" dirty="0">
                <a:ea typeface="MS PGothic" charset="0"/>
              </a:rPr>
              <a:t>Notwithstanding all of these developments, for the foreseeable future law remains a human capital business  -- albeit humans who know how to work with machines </a:t>
            </a:r>
          </a:p>
          <a:p>
            <a:pPr lvl="1">
              <a:spcBef>
                <a:spcPts val="0"/>
              </a:spcBef>
              <a:defRPr/>
            </a:pPr>
            <a:r>
              <a:rPr lang="en-US" sz="2400" dirty="0">
                <a:ea typeface="MS PGothic" charset="0"/>
              </a:rPr>
              <a:t>Every law firm must therefore continue to recruit, develop, manage, and most of all, retain talent</a:t>
            </a:r>
          </a:p>
          <a:p>
            <a:pPr lvl="1">
              <a:spcBef>
                <a:spcPts val="0"/>
              </a:spcBef>
              <a:defRPr/>
            </a:pPr>
            <a:r>
              <a:rPr lang="en-US" altLang="ja-JP" sz="2400" dirty="0">
                <a:ea typeface="MS PGothic" charset="0"/>
              </a:rPr>
              <a:t>And if they want to provide legal services, rely on law schools to educate future lawyers and prepare them for practice</a:t>
            </a:r>
          </a:p>
          <a:p>
            <a:pPr>
              <a:spcBef>
                <a:spcPts val="0"/>
              </a:spcBef>
              <a:defRPr/>
            </a:pPr>
            <a:r>
              <a:rPr lang="en-US" altLang="ja-JP" sz="2400" dirty="0">
                <a:ea typeface="MS PGothic" charset="0"/>
              </a:rPr>
              <a:t>And, as the CEOs of all of the most important foundation models now expressly acknowledge, AI will only reinforce the importance of tradition and stability for lawyers, clients, and the societies in which we live</a:t>
            </a:r>
          </a:p>
          <a:p>
            <a:pPr lvl="1">
              <a:lnSpc>
                <a:spcPts val="2160"/>
              </a:lnSpc>
              <a:spcBef>
                <a:spcPts val="0"/>
              </a:spcBef>
              <a:defRPr/>
            </a:pPr>
            <a:r>
              <a:rPr lang="en-US" altLang="ja-JP" sz="2400" dirty="0">
                <a:ea typeface="MS PGothic" charset="0"/>
              </a:rPr>
              <a:t>Law and lawyering linked to fundamental goods that will never be deregulated completely</a:t>
            </a:r>
          </a:p>
          <a:p>
            <a:pPr lvl="1">
              <a:lnSpc>
                <a:spcPts val="2160"/>
              </a:lnSpc>
              <a:spcBef>
                <a:spcPts val="0"/>
              </a:spcBef>
              <a:defRPr/>
            </a:pPr>
            <a:r>
              <a:rPr lang="en-US" altLang="ja-JP" sz="2400" dirty="0">
                <a:ea typeface="MS PGothic" charset="0"/>
              </a:rPr>
              <a:t>Both people and institutions make long term investments that are difficult to change</a:t>
            </a:r>
          </a:p>
          <a:p>
            <a:pPr>
              <a:lnSpc>
                <a:spcPts val="2160"/>
              </a:lnSpc>
              <a:spcBef>
                <a:spcPts val="0"/>
              </a:spcBef>
              <a:defRPr/>
            </a:pPr>
            <a:r>
              <a:rPr lang="en-US" altLang="ja-JP" sz="2400" dirty="0">
                <a:ea typeface="MS PGothic" charset="0"/>
              </a:rPr>
              <a:t>Law firms will have to learn to </a:t>
            </a:r>
            <a:r>
              <a:rPr lang="en-US" altLang="ja-JP" sz="2400" i="1" dirty="0">
                <a:ea typeface="MS PGothic" charset="0"/>
              </a:rPr>
              <a:t>integrate </a:t>
            </a:r>
            <a:r>
              <a:rPr lang="en-US" altLang="ja-JP" sz="2400" dirty="0">
                <a:ea typeface="MS PGothic" charset="0"/>
              </a:rPr>
              <a:t>these competing forces of continuity and change as they serve clients, manage legal organizations, and serve the needs of society </a:t>
            </a:r>
          </a:p>
        </p:txBody>
      </p:sp>
      <p:sp>
        <p:nvSpPr>
          <p:cNvPr id="4" name="Slide Number Placeholder 2">
            <a:extLst>
              <a:ext uri="{FF2B5EF4-FFF2-40B4-BE49-F238E27FC236}">
                <a16:creationId xmlns:a16="http://schemas.microsoft.com/office/drawing/2014/main" id="{344627CA-EF8E-2E5D-6453-16F551298810}"/>
              </a:ext>
            </a:extLst>
          </p:cNvPr>
          <p:cNvSpPr>
            <a:spLocks noGrp="1"/>
          </p:cNvSpPr>
          <p:nvPr>
            <p:ph type="sldNum" sz="quarter" idx="4"/>
          </p:nvPr>
        </p:nvSpPr>
        <p:spPr/>
        <p:txBody>
          <a:bodyPr/>
          <a:lstStyle/>
          <a:p>
            <a:pPr>
              <a:defRPr/>
            </a:pPr>
            <a:fld id="{D348A61C-C33F-4F4C-AF69-6A8461361DF9}" type="slidenum">
              <a:rPr lang="en-US" smtClean="0"/>
              <a:pPr>
                <a:defRPr/>
              </a:pPr>
              <a:t>14</a:t>
            </a:fld>
            <a:endParaRPr lang="en-US"/>
          </a:p>
        </p:txBody>
      </p:sp>
    </p:spTree>
    <p:extLst>
      <p:ext uri="{BB962C8B-B14F-4D97-AF65-F5344CB8AC3E}">
        <p14:creationId xmlns:p14="http://schemas.microsoft.com/office/powerpoint/2010/main" val="365327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EF0A7D-780B-0B0E-33DC-911BD01B7852}"/>
              </a:ext>
            </a:extLst>
          </p:cNvPr>
          <p:cNvSpPr>
            <a:spLocks noGrp="1"/>
          </p:cNvSpPr>
          <p:nvPr>
            <p:ph idx="1"/>
          </p:nvPr>
        </p:nvSpPr>
        <p:spPr>
          <a:xfrm>
            <a:off x="457200" y="1371600"/>
            <a:ext cx="11277600" cy="5029200"/>
          </a:xfrm>
        </p:spPr>
        <p:txBody>
          <a:bodyPr/>
          <a:lstStyle/>
          <a:p>
            <a:r>
              <a:rPr lang="en-US" sz="2400" dirty="0"/>
              <a:t>The Production Challenge</a:t>
            </a:r>
          </a:p>
          <a:p>
            <a:pPr lvl="1"/>
            <a:r>
              <a:rPr lang="en-US" sz="2400" dirty="0"/>
              <a:t>Navigating the “Jagged Technological Frontier” between humans and machines in a world in which both technology and humans are change at an exponential rate</a:t>
            </a:r>
          </a:p>
          <a:p>
            <a:r>
              <a:rPr lang="en-US" sz="2400" dirty="0"/>
              <a:t>The Verification Challenge</a:t>
            </a:r>
          </a:p>
          <a:p>
            <a:pPr lvl="1"/>
            <a:r>
              <a:rPr lang="en-US" sz="2400" dirty="0"/>
              <a:t>How to ensure that results are not just </a:t>
            </a:r>
            <a:r>
              <a:rPr lang="en-US" sz="2400" i="1" dirty="0"/>
              <a:t>accurate</a:t>
            </a:r>
            <a:r>
              <a:rPr lang="en-US" sz="2400" dirty="0"/>
              <a:t> but viewed as </a:t>
            </a:r>
            <a:r>
              <a:rPr lang="en-US" sz="2400" i="1" dirty="0"/>
              <a:t>trustworthy</a:t>
            </a:r>
            <a:r>
              <a:rPr lang="en-US" sz="2400" dirty="0"/>
              <a:t> and </a:t>
            </a:r>
            <a:r>
              <a:rPr lang="en-US" sz="2400" i="1" dirty="0"/>
              <a:t>legitimate</a:t>
            </a:r>
            <a:r>
              <a:rPr lang="en-US" sz="2400" dirty="0"/>
              <a:t>, by lawyers, clients, regulators, and the public, including systematic output-based metrics</a:t>
            </a:r>
          </a:p>
          <a:p>
            <a:r>
              <a:rPr lang="en-US" sz="2400" dirty="0"/>
              <a:t>The Organizational Challenge</a:t>
            </a:r>
          </a:p>
          <a:p>
            <a:pPr lvl="1"/>
            <a:r>
              <a:rPr lang="en-US" sz="2400" dirty="0"/>
              <a:t>What to “make” or “buy” – and from who – and when to compete, partner, or leave the field</a:t>
            </a:r>
          </a:p>
          <a:p>
            <a:r>
              <a:rPr lang="en-US" sz="2400" dirty="0"/>
              <a:t>The Pricing Challenge</a:t>
            </a:r>
          </a:p>
          <a:p>
            <a:pPr lvl="1"/>
            <a:r>
              <a:rPr lang="en-US" sz="2400" dirty="0"/>
              <a:t>Moving from an “input” to “output” based pricing model</a:t>
            </a:r>
          </a:p>
          <a:p>
            <a:pPr marL="0" indent="0">
              <a:buNone/>
            </a:pPr>
            <a:endParaRPr lang="en-US" sz="2000" dirty="0"/>
          </a:p>
        </p:txBody>
      </p:sp>
      <p:sp>
        <p:nvSpPr>
          <p:cNvPr id="3" name="Slide Number Placeholder 2">
            <a:extLst>
              <a:ext uri="{FF2B5EF4-FFF2-40B4-BE49-F238E27FC236}">
                <a16:creationId xmlns:a16="http://schemas.microsoft.com/office/drawing/2014/main" id="{344627CA-EF8E-2E5D-6453-16F551298810}"/>
              </a:ext>
            </a:extLst>
          </p:cNvPr>
          <p:cNvSpPr>
            <a:spLocks noGrp="1"/>
          </p:cNvSpPr>
          <p:nvPr>
            <p:ph type="sldNum" sz="quarter" idx="4"/>
          </p:nvPr>
        </p:nvSpPr>
        <p:spPr/>
        <p:txBody>
          <a:bodyPr/>
          <a:lstStyle/>
          <a:p>
            <a:pPr>
              <a:defRPr/>
            </a:pPr>
            <a:fld id="{D348A61C-C33F-4F4C-AF69-6A8461361DF9}" type="slidenum">
              <a:rPr lang="en-US" smtClean="0"/>
              <a:pPr>
                <a:defRPr/>
              </a:pPr>
              <a:t>15</a:t>
            </a:fld>
            <a:endParaRPr lang="en-US"/>
          </a:p>
        </p:txBody>
      </p:sp>
      <p:sp>
        <p:nvSpPr>
          <p:cNvPr id="4" name="Title 3">
            <a:extLst>
              <a:ext uri="{FF2B5EF4-FFF2-40B4-BE49-F238E27FC236}">
                <a16:creationId xmlns:a16="http://schemas.microsoft.com/office/drawing/2014/main" id="{2BEC2787-9BF7-D618-EF4D-F99C8C9FBC8B}"/>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Arial" panose="020B0604020202020204" pitchFamily="34" charset="0"/>
                <a:cs typeface="Arial" panose="020B0604020202020204" pitchFamily="34" charset="0"/>
              </a:rPr>
              <a:t>Four Near-term Challenges </a:t>
            </a:r>
          </a:p>
        </p:txBody>
      </p:sp>
    </p:spTree>
    <p:extLst>
      <p:ext uri="{BB962C8B-B14F-4D97-AF65-F5344CB8AC3E}">
        <p14:creationId xmlns:p14="http://schemas.microsoft.com/office/powerpoint/2010/main" val="694658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62076DD-6668-5672-7FE7-8BA3513E9B96}"/>
              </a:ext>
            </a:extLst>
          </p:cNvPr>
          <p:cNvSpPr>
            <a:spLocks noGrp="1"/>
          </p:cNvSpPr>
          <p:nvPr>
            <p:ph type="sldNum" sz="quarter" idx="4"/>
          </p:nvPr>
        </p:nvSpPr>
        <p:spPr/>
        <p:txBody>
          <a:bodyPr/>
          <a:lstStyle/>
          <a:p>
            <a:pPr>
              <a:defRPr/>
            </a:pPr>
            <a:fld id="{D348A61C-C33F-4F4C-AF69-6A8461361DF9}" type="slidenum">
              <a:rPr lang="en-US" smtClean="0"/>
              <a:pPr>
                <a:defRPr/>
              </a:pPr>
              <a:t>16</a:t>
            </a:fld>
            <a:endParaRPr lang="en-US"/>
          </a:p>
        </p:txBody>
      </p:sp>
      <p:sp>
        <p:nvSpPr>
          <p:cNvPr id="4" name="Title 3">
            <a:extLst>
              <a:ext uri="{FF2B5EF4-FFF2-40B4-BE49-F238E27FC236}">
                <a16:creationId xmlns:a16="http://schemas.microsoft.com/office/drawing/2014/main" id="{F2035C3A-72CA-8848-061F-9CB46C91CF90}"/>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Arial" panose="020B0604020202020204" pitchFamily="34" charset="0"/>
                <a:cs typeface="Arial" panose="020B0604020202020204" pitchFamily="34" charset="0"/>
              </a:rPr>
              <a:t>Four Even More Difficult Longer-Term Ones</a:t>
            </a:r>
          </a:p>
        </p:txBody>
      </p:sp>
      <p:sp>
        <p:nvSpPr>
          <p:cNvPr id="6" name="TextBox 5">
            <a:extLst>
              <a:ext uri="{FF2B5EF4-FFF2-40B4-BE49-F238E27FC236}">
                <a16:creationId xmlns:a16="http://schemas.microsoft.com/office/drawing/2014/main" id="{16AEB7A8-7EF8-C487-6810-0B2706062ED6}"/>
              </a:ext>
            </a:extLst>
          </p:cNvPr>
          <p:cNvSpPr txBox="1"/>
          <p:nvPr/>
        </p:nvSpPr>
        <p:spPr>
          <a:xfrm>
            <a:off x="533400" y="1371600"/>
            <a:ext cx="11353800" cy="5262979"/>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The </a:t>
            </a:r>
            <a:r>
              <a:rPr lang="en-US" sz="2400">
                <a:latin typeface="Calibri" panose="020F0502020204030204" pitchFamily="34" charset="0"/>
                <a:cs typeface="Calibri" panose="020F0502020204030204" pitchFamily="34" charset="0"/>
              </a:rPr>
              <a:t>Training Challenge</a:t>
            </a:r>
          </a:p>
          <a:p>
            <a:pPr marL="800100" lvl="1" indent="-342900">
              <a:buFont typeface="Arial" panose="020B0604020202020204" pitchFamily="34" charset="0"/>
              <a:buChar char="–"/>
            </a:pPr>
            <a:r>
              <a:rPr lang="en-US" sz="2400">
                <a:latin typeface="Calibri" panose="020F0502020204030204" pitchFamily="34" charset="0"/>
                <a:cs typeface="Calibri" panose="020F0502020204030204" pitchFamily="34" charset="0"/>
              </a:rPr>
              <a:t>How </a:t>
            </a:r>
            <a:r>
              <a:rPr lang="en-US" sz="2400" dirty="0">
                <a:latin typeface="Calibri" panose="020F0502020204030204" pitchFamily="34" charset="0"/>
                <a:cs typeface="Calibri" panose="020F0502020204030204" pitchFamily="34" charset="0"/>
              </a:rPr>
              <a:t>to develop lawyers with deep domain expertise when much of the work on which they trained is done by machines</a:t>
            </a:r>
          </a:p>
          <a:p>
            <a:pPr marL="342900"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The Identity Challenge</a:t>
            </a:r>
          </a:p>
          <a:p>
            <a:pPr marL="800100" lvl="1"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Professionals always think technology allows them to do what they already do cheaper and faster.  Instead, it redefines what it means to be a professional</a:t>
            </a:r>
          </a:p>
          <a:p>
            <a:pPr marL="342900"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The Expertise Challenge</a:t>
            </a:r>
          </a:p>
          <a:p>
            <a:pPr marL="800100" lvl="1"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How to move from “linear” specialization to “T-Shaped” judgment to “Diamond-Complete” integration and orchestration of AI and humans</a:t>
            </a:r>
          </a:p>
          <a:p>
            <a:pPr marL="342900"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The Human Challenge</a:t>
            </a:r>
          </a:p>
          <a:p>
            <a:pPr marL="800100" lvl="1" indent="-342900">
              <a:buFont typeface="Arial" panose="020B0604020202020204" pitchFamily="34" charset="0"/>
              <a:buChar char="–"/>
            </a:pPr>
            <a:r>
              <a:rPr lang="en-US" sz="2400" dirty="0" err="1">
                <a:latin typeface="Calibri" panose="020F0502020204030204" pitchFamily="34" charset="0"/>
                <a:cs typeface="Calibri" panose="020F0502020204030204" pitchFamily="34" charset="0"/>
              </a:rPr>
              <a:t>Auon</a:t>
            </a:r>
            <a:r>
              <a:rPr lang="en-US" sz="2400" dirty="0">
                <a:latin typeface="Calibri" panose="020F0502020204030204" pitchFamily="34" charset="0"/>
                <a:cs typeface="Calibri" panose="020F0502020204030204" pitchFamily="34" charset="0"/>
              </a:rPr>
              <a:t>:  “I’m not afraid of machines thinking like humans, I’m afraid of humans thinking like machines</a:t>
            </a:r>
          </a:p>
          <a:p>
            <a:pPr marL="800100" lvl="1"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In an AI-powered world preserving, human qualities like judgment, creativity, and empathy will be more important than ever, both for lawyers, clients, and the public</a:t>
            </a:r>
          </a:p>
        </p:txBody>
      </p:sp>
    </p:spTree>
    <p:extLst>
      <p:ext uri="{BB962C8B-B14F-4D97-AF65-F5344CB8AC3E}">
        <p14:creationId xmlns:p14="http://schemas.microsoft.com/office/powerpoint/2010/main" val="3372081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18FD56-279D-E400-9D34-F398FE79423C}"/>
              </a:ext>
            </a:extLst>
          </p:cNvPr>
          <p:cNvSpPr>
            <a:spLocks noGrp="1"/>
          </p:cNvSpPr>
          <p:nvPr>
            <p:ph idx="1"/>
          </p:nvPr>
        </p:nvSpPr>
        <p:spPr>
          <a:xfrm>
            <a:off x="457200" y="1371600"/>
            <a:ext cx="11277600" cy="5257800"/>
          </a:xfrm>
        </p:spPr>
        <p:txBody>
          <a:bodyPr/>
          <a:lstStyle/>
          <a:p>
            <a:r>
              <a:rPr lang="en-US" sz="2400" dirty="0"/>
              <a:t>These are all “adaptive” rather than “technical” problems for which not only do we not know answers, we don’t even know how to define the problems!</a:t>
            </a:r>
          </a:p>
          <a:p>
            <a:r>
              <a:rPr lang="en-US" sz="2400" dirty="0"/>
              <a:t>To make progress will require an unprecedented collaboration among all relevant stakeholders</a:t>
            </a:r>
          </a:p>
          <a:p>
            <a:r>
              <a:rPr lang="en-US" sz="2400" dirty="0"/>
              <a:t>Our project is an attempt to start this vital conversation, both through a series of short essays meant to be read by busy practitioners which you can already find on our website (</a:t>
            </a:r>
            <a:r>
              <a:rPr lang="en-US" sz="2400" dirty="0">
                <a:hlinkClick r:id="rId2"/>
              </a:rPr>
              <a:t>AI and the Legal Profession - Harvard Law School Center on the Legal Profession</a:t>
            </a:r>
            <a:r>
              <a:rPr lang="en-US" sz="2400" dirty="0"/>
              <a:t>) and in a trio of in-depth forthcoming articles mapping how AI is </a:t>
            </a:r>
            <a:r>
              <a:rPr lang="en-US" sz="2400" i="1" dirty="0"/>
              <a:t>restructuring</a:t>
            </a:r>
            <a:r>
              <a:rPr lang="en-US" sz="2400" dirty="0"/>
              <a:t> the corporate legal market, creating a new </a:t>
            </a:r>
            <a:r>
              <a:rPr lang="en-US" sz="2400" i="1" dirty="0"/>
              <a:t>verification</a:t>
            </a:r>
            <a:r>
              <a:rPr lang="en-US" sz="2400" dirty="0"/>
              <a:t> frontier defining when and how legal work will be machine or human led, and redefining the meaning of </a:t>
            </a:r>
            <a:r>
              <a:rPr lang="en-US" sz="2400" i="1" dirty="0"/>
              <a:t>professional expertise</a:t>
            </a:r>
            <a:endParaRPr lang="en-US" sz="2400" dirty="0"/>
          </a:p>
          <a:p>
            <a:r>
              <a:rPr lang="en-US" sz="2400" dirty="0"/>
              <a:t>We would love to have all of you join us in this critical dialogue</a:t>
            </a:r>
          </a:p>
          <a:p>
            <a:r>
              <a:rPr lang="en-US" sz="2400" dirty="0"/>
              <a:t>In other words, if this all sounds like a shameless plug for the Center’s work, it is!</a:t>
            </a:r>
          </a:p>
          <a:p>
            <a:pPr marL="0" indent="0">
              <a:buNone/>
            </a:pPr>
            <a:endParaRPr lang="en-US" dirty="0"/>
          </a:p>
        </p:txBody>
      </p:sp>
      <p:sp>
        <p:nvSpPr>
          <p:cNvPr id="3" name="Slide Number Placeholder 2">
            <a:extLst>
              <a:ext uri="{FF2B5EF4-FFF2-40B4-BE49-F238E27FC236}">
                <a16:creationId xmlns:a16="http://schemas.microsoft.com/office/drawing/2014/main" id="{B856071C-6F56-3AC2-3C0E-3DAF2611FF4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8A61C-C33F-4F4C-AF69-6A8461361DF9}" type="slidenum">
              <a:rPr kumimoji="0" lang="en-US" sz="1100" b="0" i="0" u="none" strike="noStrike" kern="1200" cap="none" spc="0" normalizeH="0" baseline="0" noProof="0" smtClean="0">
                <a:ln>
                  <a:noFill/>
                </a:ln>
                <a:solidFill>
                  <a:prstClr val="black">
                    <a:lumMod val="75000"/>
                    <a:lumOff val="2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100" b="0" i="0" u="none" strike="noStrike" kern="1200" cap="none" spc="0" normalizeH="0" baseline="0" noProof="0">
              <a:ln>
                <a:noFill/>
              </a:ln>
              <a:solidFill>
                <a:prstClr val="black">
                  <a:lumMod val="75000"/>
                  <a:lumOff val="25000"/>
                </a:prstClr>
              </a:solidFill>
              <a:effectLst/>
              <a:uLnTx/>
              <a:uFillTx/>
              <a:latin typeface="Calibri"/>
              <a:ea typeface="+mn-ea"/>
              <a:cs typeface="+mn-cs"/>
            </a:endParaRPr>
          </a:p>
        </p:txBody>
      </p:sp>
      <p:sp>
        <p:nvSpPr>
          <p:cNvPr id="4" name="Title 3">
            <a:extLst>
              <a:ext uri="{FF2B5EF4-FFF2-40B4-BE49-F238E27FC236}">
                <a16:creationId xmlns:a16="http://schemas.microsoft.com/office/drawing/2014/main" id="{28143607-B3B0-D1E0-E8A4-34CA53C082F5}"/>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Arial" panose="020B0604020202020204" pitchFamily="34" charset="0"/>
                <a:cs typeface="Arial" panose="020B0604020202020204" pitchFamily="34" charset="0"/>
              </a:rPr>
              <a:t>Toward a New Partnership</a:t>
            </a:r>
          </a:p>
        </p:txBody>
      </p:sp>
    </p:spTree>
    <p:extLst>
      <p:ext uri="{BB962C8B-B14F-4D97-AF65-F5344CB8AC3E}">
        <p14:creationId xmlns:p14="http://schemas.microsoft.com/office/powerpoint/2010/main" val="194370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8F1D1-5D3E-A9FB-1919-06AC9794F08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53DD38-8134-0483-A863-3E88FED4432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8A61C-C33F-4F4C-AF69-6A8461361DF9}" type="slidenum">
              <a:rPr kumimoji="0" lang="en-US" sz="1100" b="0" i="0" u="none" strike="noStrike" kern="1200" cap="none" spc="0" normalizeH="0" baseline="0" noProof="0" smtClean="0">
                <a:ln>
                  <a:noFill/>
                </a:ln>
                <a:solidFill>
                  <a:prstClr val="black">
                    <a:lumMod val="75000"/>
                    <a:lumOff val="2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100" b="0" i="0" u="none" strike="noStrike" kern="1200" cap="none" spc="0" normalizeH="0" baseline="0" noProof="0">
              <a:ln>
                <a:noFill/>
              </a:ln>
              <a:solidFill>
                <a:prstClr val="black">
                  <a:lumMod val="75000"/>
                  <a:lumOff val="25000"/>
                </a:prstClr>
              </a:solidFill>
              <a:effectLst/>
              <a:uLnTx/>
              <a:uFillTx/>
              <a:latin typeface="Calibri"/>
              <a:ea typeface="+mn-ea"/>
              <a:cs typeface="+mn-cs"/>
            </a:endParaRPr>
          </a:p>
        </p:txBody>
      </p:sp>
      <p:sp>
        <p:nvSpPr>
          <p:cNvPr id="4" name="Title 3">
            <a:extLst>
              <a:ext uri="{FF2B5EF4-FFF2-40B4-BE49-F238E27FC236}">
                <a16:creationId xmlns:a16="http://schemas.microsoft.com/office/drawing/2014/main" id="{D8A3714B-70D8-332B-8DB6-28AB9275B85B}"/>
              </a:ext>
            </a:extLst>
          </p:cNvPr>
          <p:cNvSpPr>
            <a:spLocks noGrp="1"/>
          </p:cNvSpPr>
          <p:nvPr>
            <p:ph type="title"/>
          </p:nvPr>
        </p:nvSpPr>
        <p:spPr>
          <a:xfrm>
            <a:off x="0" y="0"/>
            <a:ext cx="12192000" cy="1234440"/>
          </a:xfrm>
        </p:spPr>
        <p:txBody>
          <a:bodyPr wrap="square" lIns="274320" tIns="0" rIns="274320" bIns="0" anchor="ctr"/>
          <a:lstStyle/>
          <a:p>
            <a:pPr algn="ctr"/>
            <a:r>
              <a:rPr lang="en-US" sz="3400" dirty="0">
                <a:latin typeface="Arial" panose="020B0604020202020204" pitchFamily="34" charset="0"/>
                <a:cs typeface="Arial" panose="020B0604020202020204" pitchFamily="34" charset="0"/>
              </a:rPr>
              <a:t>Visit the Center’s AI and the Legal Profession Microsite</a:t>
            </a:r>
          </a:p>
        </p:txBody>
      </p:sp>
      <p:pic>
        <p:nvPicPr>
          <p:cNvPr id="10" name="Picture 9">
            <a:extLst>
              <a:ext uri="{FF2B5EF4-FFF2-40B4-BE49-F238E27FC236}">
                <a16:creationId xmlns:a16="http://schemas.microsoft.com/office/drawing/2014/main" id="{9FEB76BB-3CE8-3E4B-4950-B0D4C7BB8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4220" y="1234440"/>
            <a:ext cx="5623560" cy="5623560"/>
          </a:xfrm>
          <a:prstGeom prst="rect">
            <a:avLst/>
          </a:prstGeom>
        </p:spPr>
      </p:pic>
    </p:spTree>
    <p:extLst>
      <p:ext uri="{BB962C8B-B14F-4D97-AF65-F5344CB8AC3E}">
        <p14:creationId xmlns:p14="http://schemas.microsoft.com/office/powerpoint/2010/main" val="30247572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Le8oGpp2XV7uZ.Jt.dHaJw"/>
</p:tagLst>
</file>

<file path=ppt/theme/theme1.xml><?xml version="1.0" encoding="utf-8"?>
<a:theme xmlns:a="http://schemas.openxmlformats.org/drawingml/2006/main" name="1_EY dark background">
  <a:themeElements>
    <a:clrScheme name="EY Color">
      <a:dk1>
        <a:srgbClr val="2E2E38"/>
      </a:dk1>
      <a:lt1>
        <a:sysClr val="window" lastClr="FFFFFF"/>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2.xml><?xml version="1.0" encoding="utf-8"?>
<a:theme xmlns:a="http://schemas.openxmlformats.org/drawingml/2006/main" name="2_Milbank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P_template_2004">
  <a:themeElements>
    <a:clrScheme name="">
      <a:dk1>
        <a:srgbClr val="000000"/>
      </a:dk1>
      <a:lt1>
        <a:srgbClr val="FFFFFF"/>
      </a:lt1>
      <a:dk2>
        <a:srgbClr val="0097ED"/>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fontScheme name="SLP_template_2004">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LP_template_2004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P_template_2004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P_template_2004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P_template_2004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P_template_2004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P_template_2004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P_template_2004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SLP_template_2004">
  <a:themeElements>
    <a:clrScheme name="">
      <a:dk1>
        <a:srgbClr val="000000"/>
      </a:dk1>
      <a:lt1>
        <a:srgbClr val="FFFFFF"/>
      </a:lt1>
      <a:dk2>
        <a:srgbClr val="0097ED"/>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fontScheme name="SLP_template_2004">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LP_template_2004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P_template_2004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P_template_2004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P_template_2004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P_template_2004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P_template_2004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P_template_2004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6CF011EDAD12F49B6F07925ED084A31" ma:contentTypeVersion="13" ma:contentTypeDescription="Create a new document." ma:contentTypeScope="" ma:versionID="3dc0a904cc9b2a5d4f13cb0d6ea11f2b">
  <xsd:schema xmlns:xsd="http://www.w3.org/2001/XMLSchema" xmlns:xs="http://www.w3.org/2001/XMLSchema" xmlns:p="http://schemas.microsoft.com/office/2006/metadata/properties" xmlns:ns2="8c7f151b-d379-4596-b1af-930a401af5b7" xmlns:ns3="cca7e151-7fb5-4c4c-b9c0-5f49023ea435" targetNamespace="http://schemas.microsoft.com/office/2006/metadata/properties" ma:root="true" ma:fieldsID="55158d7bc76126c2a0905bd3850da667" ns2:_="" ns3:_="">
    <xsd:import namespace="8c7f151b-d379-4596-b1af-930a401af5b7"/>
    <xsd:import namespace="cca7e151-7fb5-4c4c-b9c0-5f49023ea43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7f151b-d379-4596-b1af-930a401af5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ca7e151-7fb5-4c4c-b9c0-5f49023ea43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82D0987-2E9D-4767-A3D5-16C29021B0C1}">
  <ds:schemaRefs>
    <ds:schemaRef ds:uri="http://schemas.microsoft.com/office/2006/documentManagement/types"/>
    <ds:schemaRef ds:uri="http://purl.org/dc/terms/"/>
    <ds:schemaRef ds:uri="http://purl.org/dc/elements/1.1/"/>
    <ds:schemaRef ds:uri="http://purl.org/dc/dcmitype/"/>
    <ds:schemaRef ds:uri="http://schemas.microsoft.com/office/2006/metadata/properties"/>
    <ds:schemaRef ds:uri="http://schemas.microsoft.com/office/infopath/2007/PartnerControls"/>
    <ds:schemaRef ds:uri="http://schemas.openxmlformats.org/package/2006/metadata/core-properties"/>
    <ds:schemaRef ds:uri="cca7e151-7fb5-4c4c-b9c0-5f49023ea435"/>
    <ds:schemaRef ds:uri="8c7f151b-d379-4596-b1af-930a401af5b7"/>
    <ds:schemaRef ds:uri="http://www.w3.org/XML/1998/namespace"/>
  </ds:schemaRefs>
</ds:datastoreItem>
</file>

<file path=customXml/itemProps2.xml><?xml version="1.0" encoding="utf-8"?>
<ds:datastoreItem xmlns:ds="http://schemas.openxmlformats.org/officeDocument/2006/customXml" ds:itemID="{2EABB46B-4783-4D46-A61D-21F5AC95C4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7f151b-d379-4596-b1af-930a401af5b7"/>
    <ds:schemaRef ds:uri="cca7e151-7fb5-4c4c-b9c0-5f49023ea4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8144F70-3F42-4E98-8D83-6BD7C94C9E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Exec Ed 10th anniversary ppt template</Template>
  <TotalTime>29154</TotalTime>
  <Words>2020</Words>
  <Application>Microsoft Macintosh PowerPoint</Application>
  <PresentationFormat>Widescreen</PresentationFormat>
  <Paragraphs>139</Paragraphs>
  <Slides>18</Slides>
  <Notes>5</Notes>
  <HiddenSlides>0</HiddenSlides>
  <MMClips>0</MMClips>
  <ScaleCrop>false</ScaleCrop>
  <HeadingPairs>
    <vt:vector size="8" baseType="variant">
      <vt:variant>
        <vt:lpstr>Fonts Used</vt:lpstr>
      </vt:variant>
      <vt:variant>
        <vt:i4>8</vt:i4>
      </vt:variant>
      <vt:variant>
        <vt:lpstr>Theme</vt:lpstr>
      </vt:variant>
      <vt:variant>
        <vt:i4>4</vt:i4>
      </vt:variant>
      <vt:variant>
        <vt:lpstr>Embedded OLE Servers</vt:lpstr>
      </vt:variant>
      <vt:variant>
        <vt:i4>1</vt:i4>
      </vt:variant>
      <vt:variant>
        <vt:lpstr>Slide Titles</vt:lpstr>
      </vt:variant>
      <vt:variant>
        <vt:i4>18</vt:i4>
      </vt:variant>
    </vt:vector>
  </HeadingPairs>
  <TitlesOfParts>
    <vt:vector size="31" baseType="lpstr">
      <vt:lpstr>MS PGothic</vt:lpstr>
      <vt:lpstr>Arial</vt:lpstr>
      <vt:lpstr>Arial Narrow</vt:lpstr>
      <vt:lpstr>Calibri</vt:lpstr>
      <vt:lpstr>EYInterstate Light</vt:lpstr>
      <vt:lpstr>Garamond</vt:lpstr>
      <vt:lpstr>Times New Roman</vt:lpstr>
      <vt:lpstr>TT Norms Italics</vt:lpstr>
      <vt:lpstr>1_EY dark background</vt:lpstr>
      <vt:lpstr>2_Milbank Template</vt:lpstr>
      <vt:lpstr>SLP_template_2004</vt:lpstr>
      <vt:lpstr>1_SLP_template_2004</vt:lpstr>
      <vt:lpstr>think-cell Slide</vt:lpstr>
      <vt:lpstr>PowerPoint Presentation</vt:lpstr>
      <vt:lpstr>The Best of Times and the Worst of Times?</vt:lpstr>
      <vt:lpstr>The Traditionalist Answer:  The Empire Strikes Back!</vt:lpstr>
      <vt:lpstr>The Disrupter’s Answer:  When Empires Appear Invincible The Rebellion Strikes!</vt:lpstr>
      <vt:lpstr>Moving From Either Or To Both And </vt:lpstr>
      <vt:lpstr>AI, Complex Decision Making, and the Future of the Legal Profession</vt:lpstr>
      <vt:lpstr>It Begins with What Clients Want: EY-CLP Research</vt:lpstr>
      <vt:lpstr>And the World Keeps Getting Riskier</vt:lpstr>
      <vt:lpstr>Law as a “Gateway Drug”</vt:lpstr>
      <vt:lpstr>In the Short-Term AI will Be a Full Employment Act for Lawyers!</vt:lpstr>
      <vt:lpstr>But AI Will Also Replace Legal Jobs </vt:lpstr>
      <vt:lpstr>The Marketplace Was Shifting Even Before AI</vt:lpstr>
      <vt:lpstr>And the Forces Will Only Be With Firms that Embrace AI!</vt:lpstr>
      <vt:lpstr>And Yet Not Everything Will – or Should – Change</vt:lpstr>
      <vt:lpstr>Four Near-term Challenges </vt:lpstr>
      <vt:lpstr>Four Even More Difficult Longer-Term Ones</vt:lpstr>
      <vt:lpstr>Toward a New Partnership</vt:lpstr>
      <vt:lpstr>Visit the Center’s AI and the Legal Profession Microsite</vt:lpstr>
    </vt:vector>
  </TitlesOfParts>
  <Company>Harvard Law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Presentation</dc:title>
  <dc:creator>mrobinson</dc:creator>
  <cp:lastModifiedBy>Anthea Roberts</cp:lastModifiedBy>
  <cp:revision>376</cp:revision>
  <cp:lastPrinted>2018-05-02T16:12:57Z</cp:lastPrinted>
  <dcterms:created xsi:type="dcterms:W3CDTF">2011-11-17T19:51:05Z</dcterms:created>
  <dcterms:modified xsi:type="dcterms:W3CDTF">2026-09-16T18:48:57Z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0x01010066CF011EDAD12F49B6F07925ED084A31</vt:lpwstr>
  </property>
</Properties>
</file>